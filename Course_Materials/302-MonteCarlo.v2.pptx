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75" r:id="rId3"/>
    <p:sldId id="281" r:id="rId4"/>
    <p:sldId id="276" r:id="rId5"/>
    <p:sldId id="282" r:id="rId6"/>
    <p:sldId id="283" r:id="rId7"/>
    <p:sldId id="287" r:id="rId8"/>
    <p:sldId id="284" r:id="rId9"/>
    <p:sldId id="285" r:id="rId10"/>
    <p:sldId id="286" r:id="rId11"/>
    <p:sldId id="279" r:id="rId12"/>
    <p:sldId id="289" r:id="rId13"/>
    <p:sldId id="290" r:id="rId14"/>
    <p:sldId id="288" r:id="rId15"/>
    <p:sldId id="291" r:id="rId16"/>
    <p:sldId id="292" r:id="rId17"/>
    <p:sldId id="293" r:id="rId18"/>
    <p:sldId id="294" r:id="rId19"/>
    <p:sldId id="29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001754-1464-014F-968E-AD26C696D491}" v="1979" dt="2024-02-21T20:56:20.2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238"/>
    <p:restoredTop sz="96327"/>
  </p:normalViewPr>
  <p:slideViewPr>
    <p:cSldViewPr snapToGrid="0">
      <p:cViewPr varScale="1">
        <p:scale>
          <a:sx n="103" d="100"/>
          <a:sy n="103" d="100"/>
        </p:scale>
        <p:origin x="208" y="8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gal Kalita" userId="ce6ed14b-107e-450b-928c-552b6882a64a" providerId="ADAL" clId="{A4001754-1464-014F-968E-AD26C696D491}"/>
    <pc:docChg chg="undo custSel addSld modSld sldOrd">
      <pc:chgData name="Jugal Kalita" userId="ce6ed14b-107e-450b-928c-552b6882a64a" providerId="ADAL" clId="{A4001754-1464-014F-968E-AD26C696D491}" dt="2024-02-21T21:22:09.019" v="5215" actId="20577"/>
      <pc:docMkLst>
        <pc:docMk/>
      </pc:docMkLst>
      <pc:sldChg chg="modSp mod">
        <pc:chgData name="Jugal Kalita" userId="ce6ed14b-107e-450b-928c-552b6882a64a" providerId="ADAL" clId="{A4001754-1464-014F-968E-AD26C696D491}" dt="2024-02-21T18:04:40.739" v="138" actId="20577"/>
        <pc:sldMkLst>
          <pc:docMk/>
          <pc:sldMk cId="0" sldId="275"/>
        </pc:sldMkLst>
        <pc:spChg chg="mod">
          <ac:chgData name="Jugal Kalita" userId="ce6ed14b-107e-450b-928c-552b6882a64a" providerId="ADAL" clId="{A4001754-1464-014F-968E-AD26C696D491}" dt="2024-02-21T18:04:40.739" v="138" actId="20577"/>
          <ac:spMkLst>
            <pc:docMk/>
            <pc:sldMk cId="0" sldId="275"/>
            <ac:spMk id="63491" creationId="{00000000-0000-0000-0000-000000000000}"/>
          </ac:spMkLst>
        </pc:spChg>
      </pc:sldChg>
      <pc:sldChg chg="modSp mod modTransition modAnim">
        <pc:chgData name="Jugal Kalita" userId="ce6ed14b-107e-450b-928c-552b6882a64a" providerId="ADAL" clId="{A4001754-1464-014F-968E-AD26C696D491}" dt="2024-02-21T18:21:45.675" v="231"/>
        <pc:sldMkLst>
          <pc:docMk/>
          <pc:sldMk cId="0" sldId="276"/>
        </pc:sldMkLst>
        <pc:spChg chg="mod">
          <ac:chgData name="Jugal Kalita" userId="ce6ed14b-107e-450b-928c-552b6882a64a" providerId="ADAL" clId="{A4001754-1464-014F-968E-AD26C696D491}" dt="2024-02-21T18:18:03.672" v="229" actId="12"/>
          <ac:spMkLst>
            <pc:docMk/>
            <pc:sldMk cId="0" sldId="276"/>
            <ac:spMk id="65540" creationId="{00000000-0000-0000-0000-000000000000}"/>
          </ac:spMkLst>
        </pc:spChg>
        <pc:spChg chg="mod">
          <ac:chgData name="Jugal Kalita" userId="ce6ed14b-107e-450b-928c-552b6882a64a" providerId="ADAL" clId="{A4001754-1464-014F-968E-AD26C696D491}" dt="2024-02-21T18:10:37.307" v="218" actId="20577"/>
          <ac:spMkLst>
            <pc:docMk/>
            <pc:sldMk cId="0" sldId="276"/>
            <ac:spMk id="65566" creationId="{00000000-0000-0000-0000-000000000000}"/>
          </ac:spMkLst>
        </pc:spChg>
        <pc:spChg chg="mod">
          <ac:chgData name="Jugal Kalita" userId="ce6ed14b-107e-450b-928c-552b6882a64a" providerId="ADAL" clId="{A4001754-1464-014F-968E-AD26C696D491}" dt="2024-02-21T18:10:48.076" v="220" actId="20577"/>
          <ac:spMkLst>
            <pc:docMk/>
            <pc:sldMk cId="0" sldId="276"/>
            <ac:spMk id="65659" creationId="{00000000-0000-0000-0000-000000000000}"/>
          </ac:spMkLst>
        </pc:spChg>
        <pc:spChg chg="mod">
          <ac:chgData name="Jugal Kalita" userId="ce6ed14b-107e-450b-928c-552b6882a64a" providerId="ADAL" clId="{A4001754-1464-014F-968E-AD26C696D491}" dt="2024-02-21T18:10:53.265" v="222" actId="20577"/>
          <ac:spMkLst>
            <pc:docMk/>
            <pc:sldMk cId="0" sldId="276"/>
            <ac:spMk id="65660" creationId="{00000000-0000-0000-0000-000000000000}"/>
          </ac:spMkLst>
        </pc:spChg>
        <pc:spChg chg="mod">
          <ac:chgData name="Jugal Kalita" userId="ce6ed14b-107e-450b-928c-552b6882a64a" providerId="ADAL" clId="{A4001754-1464-014F-968E-AD26C696D491}" dt="2024-02-21T18:10:58.677" v="224" actId="20577"/>
          <ac:spMkLst>
            <pc:docMk/>
            <pc:sldMk cId="0" sldId="276"/>
            <ac:spMk id="65661" creationId="{00000000-0000-0000-0000-000000000000}"/>
          </ac:spMkLst>
        </pc:spChg>
      </pc:sldChg>
      <pc:sldChg chg="modSp mod">
        <pc:chgData name="Jugal Kalita" userId="ce6ed14b-107e-450b-928c-552b6882a64a" providerId="ADAL" clId="{A4001754-1464-014F-968E-AD26C696D491}" dt="2024-02-21T19:25:51.317" v="1863" actId="20577"/>
        <pc:sldMkLst>
          <pc:docMk/>
          <pc:sldMk cId="0" sldId="279"/>
        </pc:sldMkLst>
        <pc:spChg chg="mod">
          <ac:chgData name="Jugal Kalita" userId="ce6ed14b-107e-450b-928c-552b6882a64a" providerId="ADAL" clId="{A4001754-1464-014F-968E-AD26C696D491}" dt="2024-02-21T19:25:51.317" v="1863" actId="20577"/>
          <ac:spMkLst>
            <pc:docMk/>
            <pc:sldMk cId="0" sldId="279"/>
            <ac:spMk id="37891" creationId="{00000000-0000-0000-0000-000000000000}"/>
          </ac:spMkLst>
        </pc:spChg>
        <pc:spChg chg="mod">
          <ac:chgData name="Jugal Kalita" userId="ce6ed14b-107e-450b-928c-552b6882a64a" providerId="ADAL" clId="{A4001754-1464-014F-968E-AD26C696D491}" dt="2024-02-21T19:18:50.635" v="1630" actId="1076"/>
          <ac:spMkLst>
            <pc:docMk/>
            <pc:sldMk cId="0" sldId="279"/>
            <ac:spMk id="69634" creationId="{00000000-0000-0000-0000-000000000000}"/>
          </ac:spMkLst>
        </pc:spChg>
      </pc:sldChg>
      <pc:sldChg chg="modSp mod">
        <pc:chgData name="Jugal Kalita" userId="ce6ed14b-107e-450b-928c-552b6882a64a" providerId="ADAL" clId="{A4001754-1464-014F-968E-AD26C696D491}" dt="2024-02-21T18:05:33.165" v="212" actId="20577"/>
        <pc:sldMkLst>
          <pc:docMk/>
          <pc:sldMk cId="50141974" sldId="281"/>
        </pc:sldMkLst>
        <pc:spChg chg="mod">
          <ac:chgData name="Jugal Kalita" userId="ce6ed14b-107e-450b-928c-552b6882a64a" providerId="ADAL" clId="{A4001754-1464-014F-968E-AD26C696D491}" dt="2024-02-21T18:05:33.165" v="212" actId="20577"/>
          <ac:spMkLst>
            <pc:docMk/>
            <pc:sldMk cId="50141974" sldId="281"/>
            <ac:spMk id="63491" creationId="{00000000-0000-0000-0000-000000000000}"/>
          </ac:spMkLst>
        </pc:spChg>
      </pc:sldChg>
      <pc:sldChg chg="modSp mod">
        <pc:chgData name="Jugal Kalita" userId="ce6ed14b-107e-450b-928c-552b6882a64a" providerId="ADAL" clId="{A4001754-1464-014F-968E-AD26C696D491}" dt="2024-02-21T18:24:39.435" v="587" actId="20577"/>
        <pc:sldMkLst>
          <pc:docMk/>
          <pc:sldMk cId="215020971" sldId="282"/>
        </pc:sldMkLst>
        <pc:spChg chg="mod">
          <ac:chgData name="Jugal Kalita" userId="ce6ed14b-107e-450b-928c-552b6882a64a" providerId="ADAL" clId="{A4001754-1464-014F-968E-AD26C696D491}" dt="2024-02-21T18:24:39.435" v="587" actId="20577"/>
          <ac:spMkLst>
            <pc:docMk/>
            <pc:sldMk cId="215020971" sldId="282"/>
            <ac:spMk id="7" creationId="{0E5F3564-FC71-E723-B5B5-861FBDEE4E7B}"/>
          </ac:spMkLst>
        </pc:spChg>
      </pc:sldChg>
      <pc:sldChg chg="modSp mod">
        <pc:chgData name="Jugal Kalita" userId="ce6ed14b-107e-450b-928c-552b6882a64a" providerId="ADAL" clId="{A4001754-1464-014F-968E-AD26C696D491}" dt="2024-02-21T19:06:37.519" v="1014" actId="20577"/>
        <pc:sldMkLst>
          <pc:docMk/>
          <pc:sldMk cId="2994923375" sldId="284"/>
        </pc:sldMkLst>
        <pc:spChg chg="mod">
          <ac:chgData name="Jugal Kalita" userId="ce6ed14b-107e-450b-928c-552b6882a64a" providerId="ADAL" clId="{A4001754-1464-014F-968E-AD26C696D491}" dt="2024-02-21T19:06:37.519" v="1014" actId="20577"/>
          <ac:spMkLst>
            <pc:docMk/>
            <pc:sldMk cId="2994923375" sldId="284"/>
            <ac:spMk id="67587" creationId="{00000000-0000-0000-0000-000000000000}"/>
          </ac:spMkLst>
        </pc:spChg>
      </pc:sldChg>
      <pc:sldChg chg="modSp mod">
        <pc:chgData name="Jugal Kalita" userId="ce6ed14b-107e-450b-928c-552b6882a64a" providerId="ADAL" clId="{A4001754-1464-014F-968E-AD26C696D491}" dt="2024-02-21T19:10:35.636" v="1301" actId="20577"/>
        <pc:sldMkLst>
          <pc:docMk/>
          <pc:sldMk cId="3988604072" sldId="285"/>
        </pc:sldMkLst>
        <pc:spChg chg="mod">
          <ac:chgData name="Jugal Kalita" userId="ce6ed14b-107e-450b-928c-552b6882a64a" providerId="ADAL" clId="{A4001754-1464-014F-968E-AD26C696D491}" dt="2024-02-21T19:10:35.636" v="1301" actId="20577"/>
          <ac:spMkLst>
            <pc:docMk/>
            <pc:sldMk cId="3988604072" sldId="285"/>
            <ac:spMk id="67587" creationId="{00000000-0000-0000-0000-000000000000}"/>
          </ac:spMkLst>
        </pc:spChg>
      </pc:sldChg>
      <pc:sldChg chg="modSp mod">
        <pc:chgData name="Jugal Kalita" userId="ce6ed14b-107e-450b-928c-552b6882a64a" providerId="ADAL" clId="{A4001754-1464-014F-968E-AD26C696D491}" dt="2024-02-21T18:55:42.816" v="700" actId="14100"/>
        <pc:sldMkLst>
          <pc:docMk/>
          <pc:sldMk cId="3278819615" sldId="287"/>
        </pc:sldMkLst>
        <pc:spChg chg="mod">
          <ac:chgData name="Jugal Kalita" userId="ce6ed14b-107e-450b-928c-552b6882a64a" providerId="ADAL" clId="{A4001754-1464-014F-968E-AD26C696D491}" dt="2024-02-21T18:43:33.770" v="653" actId="20577"/>
          <ac:spMkLst>
            <pc:docMk/>
            <pc:sldMk cId="3278819615" sldId="287"/>
            <ac:spMk id="4" creationId="{CBCB7A6F-EE54-AB58-96E4-74AC47A1203F}"/>
          </ac:spMkLst>
        </pc:spChg>
        <pc:spChg chg="mod">
          <ac:chgData name="Jugal Kalita" userId="ce6ed14b-107e-450b-928c-552b6882a64a" providerId="ADAL" clId="{A4001754-1464-014F-968E-AD26C696D491}" dt="2024-02-21T18:55:42.816" v="700" actId="14100"/>
          <ac:spMkLst>
            <pc:docMk/>
            <pc:sldMk cId="3278819615" sldId="287"/>
            <ac:spMk id="5" creationId="{DC87B4C4-053B-64B3-A5AB-3C045FB337F6}"/>
          </ac:spMkLst>
        </pc:spChg>
      </pc:sldChg>
      <pc:sldChg chg="modSp mod">
        <pc:chgData name="Jugal Kalita" userId="ce6ed14b-107e-450b-928c-552b6882a64a" providerId="ADAL" clId="{A4001754-1464-014F-968E-AD26C696D491}" dt="2024-02-21T19:56:53.341" v="3054" actId="20577"/>
        <pc:sldMkLst>
          <pc:docMk/>
          <pc:sldMk cId="322921003" sldId="288"/>
        </pc:sldMkLst>
        <pc:spChg chg="mod">
          <ac:chgData name="Jugal Kalita" userId="ce6ed14b-107e-450b-928c-552b6882a64a" providerId="ADAL" clId="{A4001754-1464-014F-968E-AD26C696D491}" dt="2024-02-21T19:55:32.114" v="3004" actId="20577"/>
          <ac:spMkLst>
            <pc:docMk/>
            <pc:sldMk cId="322921003" sldId="288"/>
            <ac:spMk id="5" creationId="{C0BC9DBA-BB93-FC1E-8E72-5BF9E097AD0A}"/>
          </ac:spMkLst>
        </pc:spChg>
        <pc:spChg chg="mod">
          <ac:chgData name="Jugal Kalita" userId="ce6ed14b-107e-450b-928c-552b6882a64a" providerId="ADAL" clId="{A4001754-1464-014F-968E-AD26C696D491}" dt="2024-02-21T19:56:53.341" v="3054" actId="20577"/>
          <ac:spMkLst>
            <pc:docMk/>
            <pc:sldMk cId="322921003" sldId="288"/>
            <ac:spMk id="6" creationId="{3202E506-472E-4509-7FB1-77DBF4B4F380}"/>
          </ac:spMkLst>
        </pc:spChg>
      </pc:sldChg>
      <pc:sldChg chg="modSp add mod">
        <pc:chgData name="Jugal Kalita" userId="ce6ed14b-107e-450b-928c-552b6882a64a" providerId="ADAL" clId="{A4001754-1464-014F-968E-AD26C696D491}" dt="2024-02-21T19:32:04.273" v="2424" actId="20577"/>
        <pc:sldMkLst>
          <pc:docMk/>
          <pc:sldMk cId="1203890525" sldId="289"/>
        </pc:sldMkLst>
        <pc:spChg chg="mod">
          <ac:chgData name="Jugal Kalita" userId="ce6ed14b-107e-450b-928c-552b6882a64a" providerId="ADAL" clId="{A4001754-1464-014F-968E-AD26C696D491}" dt="2024-02-21T19:32:04.273" v="2424" actId="20577"/>
          <ac:spMkLst>
            <pc:docMk/>
            <pc:sldMk cId="1203890525" sldId="289"/>
            <ac:spMk id="37891" creationId="{00000000-0000-0000-0000-000000000000}"/>
          </ac:spMkLst>
        </pc:spChg>
      </pc:sldChg>
      <pc:sldChg chg="modSp add mod">
        <pc:chgData name="Jugal Kalita" userId="ce6ed14b-107e-450b-928c-552b6882a64a" providerId="ADAL" clId="{A4001754-1464-014F-968E-AD26C696D491}" dt="2024-02-21T19:42:10.427" v="2866" actId="20577"/>
        <pc:sldMkLst>
          <pc:docMk/>
          <pc:sldMk cId="3186716255" sldId="290"/>
        </pc:sldMkLst>
        <pc:spChg chg="mod">
          <ac:chgData name="Jugal Kalita" userId="ce6ed14b-107e-450b-928c-552b6882a64a" providerId="ADAL" clId="{A4001754-1464-014F-968E-AD26C696D491}" dt="2024-02-21T19:42:10.427" v="2866" actId="20577"/>
          <ac:spMkLst>
            <pc:docMk/>
            <pc:sldMk cId="3186716255" sldId="290"/>
            <ac:spMk id="37891" creationId="{00000000-0000-0000-0000-000000000000}"/>
          </ac:spMkLst>
        </pc:spChg>
      </pc:sldChg>
      <pc:sldChg chg="delSp modSp add mod">
        <pc:chgData name="Jugal Kalita" userId="ce6ed14b-107e-450b-928c-552b6882a64a" providerId="ADAL" clId="{A4001754-1464-014F-968E-AD26C696D491}" dt="2024-02-21T20:13:25.416" v="3815" actId="20577"/>
        <pc:sldMkLst>
          <pc:docMk/>
          <pc:sldMk cId="3982282757" sldId="291"/>
        </pc:sldMkLst>
        <pc:spChg chg="del mod">
          <ac:chgData name="Jugal Kalita" userId="ce6ed14b-107e-450b-928c-552b6882a64a" providerId="ADAL" clId="{A4001754-1464-014F-968E-AD26C696D491}" dt="2024-02-21T20:09:22.925" v="3567" actId="478"/>
          <ac:spMkLst>
            <pc:docMk/>
            <pc:sldMk cId="3982282757" sldId="291"/>
            <ac:spMk id="5" creationId="{C0BC9DBA-BB93-FC1E-8E72-5BF9E097AD0A}"/>
          </ac:spMkLst>
        </pc:spChg>
        <pc:spChg chg="del mod">
          <ac:chgData name="Jugal Kalita" userId="ce6ed14b-107e-450b-928c-552b6882a64a" providerId="ADAL" clId="{A4001754-1464-014F-968E-AD26C696D491}" dt="2024-02-21T20:08:45.361" v="3566"/>
          <ac:spMkLst>
            <pc:docMk/>
            <pc:sldMk cId="3982282757" sldId="291"/>
            <ac:spMk id="6" creationId="{3202E506-472E-4509-7FB1-77DBF4B4F380}"/>
          </ac:spMkLst>
        </pc:spChg>
        <pc:spChg chg="mod">
          <ac:chgData name="Jugal Kalita" userId="ce6ed14b-107e-450b-928c-552b6882a64a" providerId="ADAL" clId="{A4001754-1464-014F-968E-AD26C696D491}" dt="2024-02-21T20:13:25.416" v="3815" actId="20577"/>
          <ac:spMkLst>
            <pc:docMk/>
            <pc:sldMk cId="3982282757" sldId="291"/>
            <ac:spMk id="7" creationId="{F555B5A6-4FFB-6D9E-CBED-F81488D8434B}"/>
          </ac:spMkLst>
        </pc:spChg>
        <pc:spChg chg="mod">
          <ac:chgData name="Jugal Kalita" userId="ce6ed14b-107e-450b-928c-552b6882a64a" providerId="ADAL" clId="{A4001754-1464-014F-968E-AD26C696D491}" dt="2024-02-21T20:13:01.776" v="3711" actId="20577"/>
          <ac:spMkLst>
            <pc:docMk/>
            <pc:sldMk cId="3982282757" sldId="291"/>
            <ac:spMk id="69634" creationId="{00000000-0000-0000-0000-000000000000}"/>
          </ac:spMkLst>
        </pc:spChg>
        <pc:picChg chg="mod">
          <ac:chgData name="Jugal Kalita" userId="ce6ed14b-107e-450b-928c-552b6882a64a" providerId="ADAL" clId="{A4001754-1464-014F-968E-AD26C696D491}" dt="2024-02-21T20:11:55.623" v="3667" actId="1076"/>
          <ac:picMkLst>
            <pc:docMk/>
            <pc:sldMk cId="3982282757" sldId="291"/>
            <ac:picMk id="4" creationId="{7426709B-6D21-4E41-4F40-9048B86C47B0}"/>
          </ac:picMkLst>
        </pc:picChg>
      </pc:sldChg>
      <pc:sldChg chg="addSp delSp modSp add mod">
        <pc:chgData name="Jugal Kalita" userId="ce6ed14b-107e-450b-928c-552b6882a64a" providerId="ADAL" clId="{A4001754-1464-014F-968E-AD26C696D491}" dt="2024-02-21T20:31:22.621" v="4477"/>
        <pc:sldMkLst>
          <pc:docMk/>
          <pc:sldMk cId="1909983036" sldId="292"/>
        </pc:sldMkLst>
        <pc:spChg chg="add mod">
          <ac:chgData name="Jugal Kalita" userId="ce6ed14b-107e-450b-928c-552b6882a64a" providerId="ADAL" clId="{A4001754-1464-014F-968E-AD26C696D491}" dt="2024-02-21T20:24:29.469" v="4233" actId="20577"/>
          <ac:spMkLst>
            <pc:docMk/>
            <pc:sldMk cId="1909983036" sldId="292"/>
            <ac:spMk id="5" creationId="{BF445453-0BCE-1D39-C459-1E35E8AC5DE0}"/>
          </ac:spMkLst>
        </pc:spChg>
        <pc:spChg chg="mod">
          <ac:chgData name="Jugal Kalita" userId="ce6ed14b-107e-450b-928c-552b6882a64a" providerId="ADAL" clId="{A4001754-1464-014F-968E-AD26C696D491}" dt="2024-02-21T20:29:52.835" v="4468" actId="20577"/>
          <ac:spMkLst>
            <pc:docMk/>
            <pc:sldMk cId="1909983036" sldId="292"/>
            <ac:spMk id="7" creationId="{F555B5A6-4FFB-6D9E-CBED-F81488D8434B}"/>
          </ac:spMkLst>
        </pc:spChg>
        <pc:spChg chg="add mod">
          <ac:chgData name="Jugal Kalita" userId="ce6ed14b-107e-450b-928c-552b6882a64a" providerId="ADAL" clId="{A4001754-1464-014F-968E-AD26C696D491}" dt="2024-02-21T20:30:03.039" v="4470" actId="1076"/>
          <ac:spMkLst>
            <pc:docMk/>
            <pc:sldMk cId="1909983036" sldId="292"/>
            <ac:spMk id="10" creationId="{2478A9C9-E367-BA2E-1744-7CC9714C32D5}"/>
          </ac:spMkLst>
        </pc:spChg>
        <pc:spChg chg="mod">
          <ac:chgData name="Jugal Kalita" userId="ce6ed14b-107e-450b-928c-552b6882a64a" providerId="ADAL" clId="{A4001754-1464-014F-968E-AD26C696D491}" dt="2024-02-21T20:14:00.231" v="3859" actId="20577"/>
          <ac:spMkLst>
            <pc:docMk/>
            <pc:sldMk cId="1909983036" sldId="292"/>
            <ac:spMk id="69634" creationId="{00000000-0000-0000-0000-000000000000}"/>
          </ac:spMkLst>
        </pc:spChg>
        <pc:grpChg chg="del mod">
          <ac:chgData name="Jugal Kalita" userId="ce6ed14b-107e-450b-928c-552b6882a64a" providerId="ADAL" clId="{A4001754-1464-014F-968E-AD26C696D491}" dt="2024-02-21T20:30:45.919" v="4471" actId="478"/>
          <ac:grpSpMkLst>
            <pc:docMk/>
            <pc:sldMk cId="1909983036" sldId="292"/>
            <ac:grpSpMk id="9" creationId="{EFFB5312-057C-6427-4DD1-00F254E73D55}"/>
          </ac:grpSpMkLst>
        </pc:grpChg>
        <pc:grpChg chg="del mod">
          <ac:chgData name="Jugal Kalita" userId="ce6ed14b-107e-450b-928c-552b6882a64a" providerId="ADAL" clId="{A4001754-1464-014F-968E-AD26C696D491}" dt="2024-02-21T20:31:22.621" v="4477"/>
          <ac:grpSpMkLst>
            <pc:docMk/>
            <pc:sldMk cId="1909983036" sldId="292"/>
            <ac:grpSpMk id="13" creationId="{6DF40667-8125-F161-0714-394813D410C5}"/>
          </ac:grpSpMkLst>
        </pc:grpChg>
        <pc:grpChg chg="mod">
          <ac:chgData name="Jugal Kalita" userId="ce6ed14b-107e-450b-928c-552b6882a64a" providerId="ADAL" clId="{A4001754-1464-014F-968E-AD26C696D491}" dt="2024-02-21T20:31:22.621" v="4477"/>
          <ac:grpSpMkLst>
            <pc:docMk/>
            <pc:sldMk cId="1909983036" sldId="292"/>
            <ac:grpSpMk id="15" creationId="{89FAC155-E3E4-E8F3-DF61-773AB974AB53}"/>
          </ac:grpSpMkLst>
        </pc:grpChg>
        <pc:picChg chg="mod">
          <ac:chgData name="Jugal Kalita" userId="ce6ed14b-107e-450b-928c-552b6882a64a" providerId="ADAL" clId="{A4001754-1464-014F-968E-AD26C696D491}" dt="2024-02-21T20:30:56.063" v="4472" actId="1076"/>
          <ac:picMkLst>
            <pc:docMk/>
            <pc:sldMk cId="1909983036" sldId="292"/>
            <ac:picMk id="4" creationId="{7426709B-6D21-4E41-4F40-9048B86C47B0}"/>
          </ac:picMkLst>
        </pc:picChg>
        <pc:inkChg chg="add">
          <ac:chgData name="Jugal Kalita" userId="ce6ed14b-107e-450b-928c-552b6882a64a" providerId="ADAL" clId="{A4001754-1464-014F-968E-AD26C696D491}" dt="2024-02-21T20:22:09.935" v="4114" actId="9405"/>
          <ac:inkMkLst>
            <pc:docMk/>
            <pc:sldMk cId="1909983036" sldId="292"/>
            <ac:inkMk id="2" creationId="{A01030B2-2501-F25A-34BD-AECDE55E4AFB}"/>
          </ac:inkMkLst>
        </pc:inkChg>
        <pc:inkChg chg="add">
          <ac:chgData name="Jugal Kalita" userId="ce6ed14b-107e-450b-928c-552b6882a64a" providerId="ADAL" clId="{A4001754-1464-014F-968E-AD26C696D491}" dt="2024-02-21T20:22:56.329" v="4115" actId="9405"/>
          <ac:inkMkLst>
            <pc:docMk/>
            <pc:sldMk cId="1909983036" sldId="292"/>
            <ac:inkMk id="3" creationId="{5115E88E-F4CB-732B-6128-BE8887CEB1F2}"/>
          </ac:inkMkLst>
        </pc:inkChg>
        <pc:inkChg chg="add mod">
          <ac:chgData name="Jugal Kalita" userId="ce6ed14b-107e-450b-928c-552b6882a64a" providerId="ADAL" clId="{A4001754-1464-014F-968E-AD26C696D491}" dt="2024-02-21T20:26:13.649" v="4236"/>
          <ac:inkMkLst>
            <pc:docMk/>
            <pc:sldMk cId="1909983036" sldId="292"/>
            <ac:inkMk id="6" creationId="{98F3A0FD-226F-C72B-24E5-6819A158C36E}"/>
          </ac:inkMkLst>
        </pc:inkChg>
        <pc:inkChg chg="add mod">
          <ac:chgData name="Jugal Kalita" userId="ce6ed14b-107e-450b-928c-552b6882a64a" providerId="ADAL" clId="{A4001754-1464-014F-968E-AD26C696D491}" dt="2024-02-21T20:26:13.649" v="4236"/>
          <ac:inkMkLst>
            <pc:docMk/>
            <pc:sldMk cId="1909983036" sldId="292"/>
            <ac:inkMk id="8" creationId="{07DC6BCF-F0F3-7B80-D5D2-F7FE1C4EF254}"/>
          </ac:inkMkLst>
        </pc:inkChg>
        <pc:inkChg chg="add mod">
          <ac:chgData name="Jugal Kalita" userId="ce6ed14b-107e-450b-928c-552b6882a64a" providerId="ADAL" clId="{A4001754-1464-014F-968E-AD26C696D491}" dt="2024-02-21T20:31:22.621" v="4477"/>
          <ac:inkMkLst>
            <pc:docMk/>
            <pc:sldMk cId="1909983036" sldId="292"/>
            <ac:inkMk id="11" creationId="{FB5ABCD1-80DC-1111-B827-AECB488B105C}"/>
          </ac:inkMkLst>
        </pc:inkChg>
        <pc:inkChg chg="add mod">
          <ac:chgData name="Jugal Kalita" userId="ce6ed14b-107e-450b-928c-552b6882a64a" providerId="ADAL" clId="{A4001754-1464-014F-968E-AD26C696D491}" dt="2024-02-21T20:31:22.621" v="4477"/>
          <ac:inkMkLst>
            <pc:docMk/>
            <pc:sldMk cId="1909983036" sldId="292"/>
            <ac:inkMk id="12" creationId="{F8EC7529-D5C6-1DC5-5ECC-54DC582E8F9D}"/>
          </ac:inkMkLst>
        </pc:inkChg>
        <pc:inkChg chg="add mod">
          <ac:chgData name="Jugal Kalita" userId="ce6ed14b-107e-450b-928c-552b6882a64a" providerId="ADAL" clId="{A4001754-1464-014F-968E-AD26C696D491}" dt="2024-02-21T20:31:22.621" v="4477"/>
          <ac:inkMkLst>
            <pc:docMk/>
            <pc:sldMk cId="1909983036" sldId="292"/>
            <ac:inkMk id="14" creationId="{52AADAF3-BCB2-34A0-52AA-06A7D718A7C7}"/>
          </ac:inkMkLst>
        </pc:inkChg>
      </pc:sldChg>
      <pc:sldChg chg="addSp delSp modSp add mod ord">
        <pc:chgData name="Jugal Kalita" userId="ce6ed14b-107e-450b-928c-552b6882a64a" providerId="ADAL" clId="{A4001754-1464-014F-968E-AD26C696D491}" dt="2024-02-21T20:56:29.002" v="4720" actId="20578"/>
        <pc:sldMkLst>
          <pc:docMk/>
          <pc:sldMk cId="941470574" sldId="293"/>
        </pc:sldMkLst>
        <pc:spChg chg="del">
          <ac:chgData name="Jugal Kalita" userId="ce6ed14b-107e-450b-928c-552b6882a64a" providerId="ADAL" clId="{A4001754-1464-014F-968E-AD26C696D491}" dt="2024-02-21T20:34:22.851" v="4516" actId="478"/>
          <ac:spMkLst>
            <pc:docMk/>
            <pc:sldMk cId="941470574" sldId="293"/>
            <ac:spMk id="5" creationId="{BF445453-0BCE-1D39-C459-1E35E8AC5DE0}"/>
          </ac:spMkLst>
        </pc:spChg>
        <pc:spChg chg="add del mod">
          <ac:chgData name="Jugal Kalita" userId="ce6ed14b-107e-450b-928c-552b6882a64a" providerId="ADAL" clId="{A4001754-1464-014F-968E-AD26C696D491}" dt="2024-02-21T20:55:24.318" v="4712" actId="255"/>
          <ac:spMkLst>
            <pc:docMk/>
            <pc:sldMk cId="941470574" sldId="293"/>
            <ac:spMk id="7" creationId="{F555B5A6-4FFB-6D9E-CBED-F81488D8434B}"/>
          </ac:spMkLst>
        </pc:spChg>
        <pc:spChg chg="add mod">
          <ac:chgData name="Jugal Kalita" userId="ce6ed14b-107e-450b-928c-552b6882a64a" providerId="ADAL" clId="{A4001754-1464-014F-968E-AD26C696D491}" dt="2024-02-21T20:55:30.562" v="4714" actId="1076"/>
          <ac:spMkLst>
            <pc:docMk/>
            <pc:sldMk cId="941470574" sldId="293"/>
            <ac:spMk id="8" creationId="{EB55C28A-6645-DDD2-B52B-A338AF50028B}"/>
          </ac:spMkLst>
        </pc:spChg>
        <pc:spChg chg="del">
          <ac:chgData name="Jugal Kalita" userId="ce6ed14b-107e-450b-928c-552b6882a64a" providerId="ADAL" clId="{A4001754-1464-014F-968E-AD26C696D491}" dt="2024-02-21T20:34:52.625" v="4517" actId="478"/>
          <ac:spMkLst>
            <pc:docMk/>
            <pc:sldMk cId="941470574" sldId="293"/>
            <ac:spMk id="10" creationId="{2478A9C9-E367-BA2E-1744-7CC9714C32D5}"/>
          </ac:spMkLst>
        </pc:spChg>
        <pc:spChg chg="mod">
          <ac:chgData name="Jugal Kalita" userId="ce6ed14b-107e-450b-928c-552b6882a64a" providerId="ADAL" clId="{A4001754-1464-014F-968E-AD26C696D491}" dt="2024-02-21T20:34:12.005" v="4511" actId="20577"/>
          <ac:spMkLst>
            <pc:docMk/>
            <pc:sldMk cId="941470574" sldId="293"/>
            <ac:spMk id="69634" creationId="{00000000-0000-0000-0000-000000000000}"/>
          </ac:spMkLst>
        </pc:spChg>
        <pc:grpChg chg="del">
          <ac:chgData name="Jugal Kalita" userId="ce6ed14b-107e-450b-928c-552b6882a64a" providerId="ADAL" clId="{A4001754-1464-014F-968E-AD26C696D491}" dt="2024-02-21T20:34:20.533" v="4515" actId="478"/>
          <ac:grpSpMkLst>
            <pc:docMk/>
            <pc:sldMk cId="941470574" sldId="293"/>
            <ac:grpSpMk id="15" creationId="{89FAC155-E3E4-E8F3-DF61-773AB974AB53}"/>
          </ac:grpSpMkLst>
        </pc:grpChg>
        <pc:picChg chg="del">
          <ac:chgData name="Jugal Kalita" userId="ce6ed14b-107e-450b-928c-552b6882a64a" providerId="ADAL" clId="{A4001754-1464-014F-968E-AD26C696D491}" dt="2024-02-21T20:34:15.237" v="4512" actId="478"/>
          <ac:picMkLst>
            <pc:docMk/>
            <pc:sldMk cId="941470574" sldId="293"/>
            <ac:picMk id="4" creationId="{7426709B-6D21-4E41-4F40-9048B86C47B0}"/>
          </ac:picMkLst>
        </pc:picChg>
        <pc:picChg chg="add mod">
          <ac:chgData name="Jugal Kalita" userId="ce6ed14b-107e-450b-928c-552b6882a64a" providerId="ADAL" clId="{A4001754-1464-014F-968E-AD26C696D491}" dt="2024-02-21T20:55:51.625" v="4716" actId="1076"/>
          <ac:picMkLst>
            <pc:docMk/>
            <pc:sldMk cId="941470574" sldId="293"/>
            <ac:picMk id="6" creationId="{EAF09594-29A5-EF79-B01C-88CD1F568EB9}"/>
          </ac:picMkLst>
        </pc:picChg>
        <pc:inkChg chg="del">
          <ac:chgData name="Jugal Kalita" userId="ce6ed14b-107e-450b-928c-552b6882a64a" providerId="ADAL" clId="{A4001754-1464-014F-968E-AD26C696D491}" dt="2024-02-21T20:34:19.085" v="4514" actId="478"/>
          <ac:inkMkLst>
            <pc:docMk/>
            <pc:sldMk cId="941470574" sldId="293"/>
            <ac:inkMk id="2" creationId="{A01030B2-2501-F25A-34BD-AECDE55E4AFB}"/>
          </ac:inkMkLst>
        </pc:inkChg>
        <pc:inkChg chg="del">
          <ac:chgData name="Jugal Kalita" userId="ce6ed14b-107e-450b-928c-552b6882a64a" providerId="ADAL" clId="{A4001754-1464-014F-968E-AD26C696D491}" dt="2024-02-21T20:34:17.517" v="4513" actId="478"/>
          <ac:inkMkLst>
            <pc:docMk/>
            <pc:sldMk cId="941470574" sldId="293"/>
            <ac:inkMk id="3" creationId="{5115E88E-F4CB-732B-6128-BE8887CEB1F2}"/>
          </ac:inkMkLst>
        </pc:inkChg>
      </pc:sldChg>
      <pc:sldChg chg="modSp add mod ord">
        <pc:chgData name="Jugal Kalita" userId="ce6ed14b-107e-450b-928c-552b6882a64a" providerId="ADAL" clId="{A4001754-1464-014F-968E-AD26C696D491}" dt="2024-02-21T20:59:48.684" v="4762" actId="20577"/>
        <pc:sldMkLst>
          <pc:docMk/>
          <pc:sldMk cId="1045653873" sldId="294"/>
        </pc:sldMkLst>
        <pc:spChg chg="mod">
          <ac:chgData name="Jugal Kalita" userId="ce6ed14b-107e-450b-928c-552b6882a64a" providerId="ADAL" clId="{A4001754-1464-014F-968E-AD26C696D491}" dt="2024-02-21T20:59:48.684" v="4762" actId="20577"/>
          <ac:spMkLst>
            <pc:docMk/>
            <pc:sldMk cId="1045653873" sldId="294"/>
            <ac:spMk id="37891" creationId="{00000000-0000-0000-0000-000000000000}"/>
          </ac:spMkLst>
        </pc:spChg>
        <pc:spChg chg="mod">
          <ac:chgData name="Jugal Kalita" userId="ce6ed14b-107e-450b-928c-552b6882a64a" providerId="ADAL" clId="{A4001754-1464-014F-968E-AD26C696D491}" dt="2024-02-21T20:56:43.123" v="4748" actId="20577"/>
          <ac:spMkLst>
            <pc:docMk/>
            <pc:sldMk cId="1045653873" sldId="294"/>
            <ac:spMk id="69634" creationId="{00000000-0000-0000-0000-000000000000}"/>
          </ac:spMkLst>
        </pc:spChg>
      </pc:sldChg>
      <pc:sldChg chg="modSp add mod">
        <pc:chgData name="Jugal Kalita" userId="ce6ed14b-107e-450b-928c-552b6882a64a" providerId="ADAL" clId="{A4001754-1464-014F-968E-AD26C696D491}" dt="2024-02-21T21:22:09.019" v="5215" actId="20577"/>
        <pc:sldMkLst>
          <pc:docMk/>
          <pc:sldMk cId="2314796435" sldId="295"/>
        </pc:sldMkLst>
        <pc:spChg chg="mod">
          <ac:chgData name="Jugal Kalita" userId="ce6ed14b-107e-450b-928c-552b6882a64a" providerId="ADAL" clId="{A4001754-1464-014F-968E-AD26C696D491}" dt="2024-02-21T21:22:09.019" v="5215" actId="20577"/>
          <ac:spMkLst>
            <pc:docMk/>
            <pc:sldMk cId="2314796435" sldId="295"/>
            <ac:spMk id="37891" creationId="{00000000-0000-0000-0000-000000000000}"/>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1T20:22:09.922"/>
    </inkml:context>
    <inkml:brush xml:id="br0">
      <inkml:brushProperty name="width" value="0.05" units="cm"/>
      <inkml:brushProperty name="height" value="0.05" units="cm"/>
    </inkml:brush>
  </inkml:definitions>
  <inkml:trace contextRef="#ctx0" brushRef="#br0">1934 0 24575,'-35'6'0,"0"6"0,1 17 0,-17 21 0,-12 16 0,-9 14 0,-6 8 0,-2 5 0,1 0 0,5-2 0,8-8 0,10-12 0,-2 13 0,11-8 0,3-2 0,-3 4 0,-10 8-894,6-20 0,-7 7 1,-7 5-1,-5 3 0,-1 2 1,-1 0-1,3-2 0,4-2 1,7-5-1,9-7 0,11-7 397,-8 36 1,18-12-1,7-14 497,-7 15 2531,6-8-2531,2 6 0,6-14 0,6 6 1759,-4-8-1759,11 1 0,-5 7 0,6-20 0,0 10 6662,0-33-6662,-6 9 369,5-17-369,-4 5 0,5-6 0,0-6 0,0 4 0,0-9 0,-5 4 0,4 0 0,-4 2 0,5-1 0,0 4 0,0-3 0,-5 10 0,3 3 0,-3 5 0,0 0 0,3 7 0,-3 1 0,5 14 0,-6-5 0,5 13 0,-5-6 0,6 7 0,0 8 0,0 2 0,-6 0 0,5 6 0,-5-6 0,6 8 0,0 0 0,0 0 0,0-8 0,0 6 0,0-6 0,0 1 0,0-3 0,0-8 0,0-7 0,0-2 0,0-13 0,0 4 0,0-11 0,0 5 0,0-7 0,0 0 0,-6 0 0,5-6 0,-4-1 0,5 0 0,0-5 0,0 5 0,5-7 0,-4 1 0,9 6 0,-8-5 0,8 5 0,-9-7 0,9 1 0,-8 6 0,8 1 0,-9 0 0,16 12 0,-8 3 0,15 8 0,-9 13 0,10-6 0,2 7 0,-5-7 0,15 5 0,-21-12 0,15 13 0,-11-13 0,13 6 0,-6-8 0,5 2 0,0-1 0,-5-7 0,5 5 0,-7-5 0,-6-1 0,5 5 0,-5-11 0,0-1 0,-7-14 0,-2-7 0,-9-5 0,4 0 0,-5 5 0,10-4 0,-2 10 0,3-10 0,-1 9 0,1-3 0,-3-1 0,13 10 0,-8-8 0,5 10 0,3-6 0,-8-1 0,3-4 0,-5-2 0,0-6 0,-5 1 0,3-5 0,-3-1 0,0-1 0,3-2 0,-3 2 0,0 1 0,4-4 0,-9-1 0,-1-1 0,-1-4 0,-4 5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1T20:22:56.242"/>
    </inkml:context>
    <inkml:brush xml:id="br0">
      <inkml:brushProperty name="width" value="0.05" units="cm"/>
      <inkml:brushProperty name="height" value="0.05" units="cm"/>
    </inkml:brush>
  </inkml:definitions>
  <inkml:trace contextRef="#ctx0" brushRef="#br0">1 313 24575,'10'0'0,"1"-5"0,5-1 0,-4 0 0,4-4 0,0 9 0,1-9 0,12-2 0,-5 0 0,11-6 0,-5 7 0,13-7 0,9-3 0,24-6 0,12 5-441,-37 7 0,2 2 441,-1 8 0,0 0 0,35-14-290,5 17 290,-23-10 0,-1 11 0,-10-5 0,-13 6 0,4 0 0,-11 0 868,5 0-868,-13 0 304,5 0-304,-11 0 0,4 0 0,-5 0 0,0 0 0,6 0 0,-5 0 0,4 0 0,-5 0 0,-5 0 0,-2 0 0,0 0 0,-4 0 0,4 0 0,0 0 0,1 0 0,6 0 0,5 0 0,16 0 0,18 0 0,15 0 0,8 0 0,-8 0 0,-2 0 0,-8 0 0,-7 0 0,-1 0 0,-8 6 0,0-5 0,-7 5 0,-7-6 0,4 0 0,-9 0 0,11 0 0,0 0 0,-6 0 0,13 0 0,-6 0 0,1 0 0,4 0 0,-5 0 0,7 0 0,0 0 0,8 0 0,-6 0 0,5 0 0,9-6 0,-5 5 0,14-5 0,-16 6 0,-1 0 0,-1 0 0,-5 0 0,5-6 0,-7 5 0,7-5 0,2 6 0,8 0 0,7 0 0,-6 0 0,6 0 0,-8 0 0,8-6 0,3-2 0,-9 0 0,-3 2 0,-7 6 0,1 0 0,7 0 0,8-6 0,-22 5 0,1 0 0,31-5 0,-29 5 0,1 2 0,20-1 0,8 0 0,-16 5 0,-2-3 0,-16 3 0,-7 1 0,-7 0 0,-2 6 0,1 0 0,9-5 0,6-1 0,0-1 0,0-3 0,-7 3 0,6 1 0,-6-4 0,7 9 0,0-10 0,-12 10 0,-4-10 0,-18 4 0,9-5 0,-12 0 0,6 0 0,-9 0 0,0 0 0,-1 0 0,1 0 0,0 0 0,-1 0 0,1 0 0,0 0 0,5 0 0,14 0 0,15 0 0,15 0 0,0 0 0,6 6 0,-6-4 0,7 4 0,8 0 0,-6-4 0,-1 4 0,-9-6 0,7 0 0,-4 0 0,13 0 0,0 0 0,11 0-634,9 0 634,1 6 0,-45-5 0,-1 0 0,38 5 0,-10-6-87,-5 0 87,-5 0 0,1 0 0,6 0 0,-14 0 0,-3 0 0,-7 0 631,0-6-631,-7 5 90,6-10-90,-13 9 0,13-9 0,1 4 0,10-1 0,6-4 0,8 11 0,10-5-1064,11 6 1064,-36 0 0,3 0 0,0 0 0,1 0 0,9 0 0,1 0-692,-1 0 0,0 0 692,-4-3 0,-1-1 0,-5 0 0,-1 0-320,-5-4 0,-1 1 320,-4 2 0,0 1 0,0-3 0,0 1 0,43 4 0,-43-4 0,-2-1 0,29 6-205,13-6 205,-23 7 0,-1 6 942,-16-5-942,-3 5 1391,-7-1-1391,-4 1 719,-5 5-719,-5 1 241,10 12-241,14-14 0,2 20 0,20-15 0,13 6-798,3 6 798,-35-18 0,0-1 0,33 12 0,-10-11 0,-19 2 0,-22-9 0,-14 3 0,-6-5 0,-12 5 798,5 1-798,-4 4 0,5 6 0,0-4 0,5 5 0,-4-7 0,4 1 0,-5 0 0,-5 0 0,3-1 0,-3-4 0,0 4 0,3-9 0,-3 8 0,0-3 0,-1 5 0,0 0 0,1-1 0,-1 6 0,0 2 0,-5-1 0,0 10 0,-5-8 0,-7 16 0,-6-11 0,-18 6 0,-2-6 0,-28 3 0,-12 1 0,-9-12-665,-7 3 665,1-11 0,6 7 0,1-7-103,11 4 103,8-10 0,-1 10 0,8-11 0,2 11 0,14-11 661,1 5-661,7-6 107,0 0-107,-7 0 0,-2 0 0,1 0 0,-5 0 0,4 0 0,-6 5 0,-7 3 0,-2 5 0,-15 7 0,5-5 0,-13 12 0,14-12 0,-6 5 0,8-1 0,7-10 0,2 9 0,19-12 0,4 1 0,-1 4 0,-2-9 0,-13 3 0,0-5 0,-7 0 0,-10 0 0,-18-6-1087,-9-3 1087,34 2 0,-1-1 0,8 0 0,-1 1 0,-7-1 0,1 0-135,-19 0 135,-10 2 0,20 6 0,-29 0 0,38 0 0,-5 0 0,44 0 0,-1 0 0,0 0 1079,1 0-1079,-1 0 143,0 5-143,-6 1 0,-7 6 0,-16 1 0,-16 0 0,-17-5-454,33-5 0,-1 0 454,0 1 0,0-1 0,-4-2 0,1 0 0,-1 2 0,0 0 0,-4-2 0,-3-2-700,-9 1 1,-1 0 699,5 0 0,-1 0 0,-12 1 0,0-2 0,6-2 0,2-1 0,1 0 0,-4-1 0,-1-2 0,-6-1 0,6-2 0,3-2 0,1 0 0,1 3 0,-5 1 0,9 0 0,12-4 0,7 2 0,-38 1 0,15 3 0,27 6 0,-11 0 0,6 0 843,-9 0-843,0 0 1464,-6 0-1464,-2 0 0,-1 0 0,-14 0 0,21 0 0,-4 0 0,21 0 0,3 0 0,5 0 0,7 0 0,-4 0 0,9 0 0,-9 5 0,3-3 0,-11 3 0,-10 1 0,-8-5 0,-7 11 0,-1-10 0,-15 10 0,4-10 0,-15 5 0,17-7 0,-6 0 0,14 0 0,-14 0 0,-3 0 0,7 0 0,-4 0 0,7-7 0,-9 6 0,6-5 0,-5 6 0,17-6 0,0 4 0,7-4 0,8 6 0,15 0 0,8 0 0,12 0 0,1 0 0,5 0 0,1 0 0,-1 0 0,-5 5 0,4-8 0,-29 1 0,-9-5 0,-27-5 0,-8 4 0,15 0 0,10 2 0,18 1 0,5 3 0,7-8 0,2 9 0,10-4 0,2 5 0,0 0 0,-1 0 0,-6 0 0,-19-6 0,1-2 0,-40-6 0,24 1 0,-25-6 0,14 4 0,-9-12 0,7 12 0,-3-11 0,20 18 0,-13-10 0,14 11 0,-7-1 0,1-3 0,5 9 0,2-4 0,8 1 0,0 3 0,-1-3 0,-7 5 0,6 0 0,-4 0 0,11 0 0,1 0 0,2 0 0,5 0 0,-6 0 0,0 0 0,11 0 0,-8 0 0,14 0 0,-4 0 0,1 0 0,10 0 0,-15 0 0,2 0 0,-11 0 0,-10-5 0,7-2 0,-14-5 0,15 5 0,-5-4 0,7 4 0,6 0 0,-5 2 0,11 0 0,-5 4 0,12-4 0,1 5 0,10-5 0,-3 4 0,7-9 0,-2 4 0,4-4 0,0-1 0,0 0 0,0 1 0,0-1 0,0 0 0,0 1 0,0-1 0,0 0 0,-5 1 0,4-1 0,-4 0 0,5 1 0,0-1 0,0 0 0,0 1 0,0-1 0,0 0 0,0 1 0,0-1 0,0 0 0,0 1 0,0-1 0,0 5 0,0 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1T20:31:18.829"/>
    </inkml:context>
    <inkml:brush xml:id="br0">
      <inkml:brushProperty name="width" value="0.05" units="cm"/>
      <inkml:brushProperty name="height" value="0.05" units="cm"/>
    </inkml:brush>
  </inkml:definitions>
  <inkml:trace contextRef="#ctx0" brushRef="#br0">53 333 24575,'16'-5'0,"7"-2"0,14-5 0,14-6 0,17 3 0,18-12-1099,1 11 1099,-32 5 0,1 0 0,33-3 0,-33 10 0,-1 0 0,32-9-84,7 11 84,-17-4 0,-2 0 0,-8 5 0,17-12 0,-5 11 0,-24-1 0,1 0 0,42 3 0,-46 0 0,0 0 0,34 0 0,-3 0 0,-6 0 0,8 0 0,-8 0 0,-2 0 0,-8 0 0,8 6 0,11-4 0,-9 8 0,15 6 0,-9-2 0,-11-6 0,0-1-494,8 5 1,8 1-1,-12-2 494,-22-7 0,-8-2 0,25 4-44,13 2 44,-17-1 750,-7-1-750,-1-6 339,-21 0-339,-3 0 1568,-12 0-1568,-6 0 51,5 0-51,-10 0 0,4 5 0,-5 6 0,5-4 0,14 4 0,16-17 0,7-2 0,12 1 0,3 1 0,1 0 0,6-1 0,-7-1 0,-8 2 0,-2 1 0,-7 3 0,0-9 0,-7 10 0,6-5 0,-6 0 0,14 5 0,-5-11 0,13 11 0,2-11 0,-6 5 0,11-7 0,-20 1 0,5 0 0,-25 6 0,-4 1 0,-7-4 0,16 1 0,2-3 0,10 6 0,-14 1 0,-6 3 0,5-3 0,2-1 0,7 5 0,7-5 0,-6 6 0,4 0 0,-4 0 0,-1 5 0,-1-3 0,-7 3 0,-6 0 0,5-4 0,2 5 0,7-1 0,14-3 0,2 3 0,8-5 0,7 0 0,2 0 0,0 0 0,-2 0 0,-21 0 0,-4-5 0,-20 4 0,4-5 0,-15 6 0,9-5 0,-11 4 0,12-4 0,-5 5 0,11 0 0,-11 0 0,10 0 0,3 0 0,8 0 0,6 0 0,0-6 0,0 5 0,-7-5 0,-1 1 0,-7-2 0,-6 0 0,5-3 0,-5 3 0,13-5 0,-5 5 0,5 1 0,-7 6 0,0 0 0,0-5 0,0 3 0,7-3 0,1 5 0,1 0 0,-2 0 0,-13 0 0,5 5 0,-11 2 0,4-1 0,-5-1 0,0-5 0,-6 5 0,-1-4 0,-5 4 0,0-5 0,5 5 0,1-4 0,6 10 0,12-5 0,11 7 0,14 12 0,-7-4 0,4 11 0,-19-13 0,-7-2 0,-4 0 0,-15-5 0,4-1 0,-5-1 0,-5-4 0,4 4 0,-4 7 0,5-5 0,-5 15 0,4-8 0,-9 9 0,9 1 0,-8-10 0,8 8 0,-9-9 0,9 4 0,-8 1 0,3 0 0,-5-6 0,0 5 0,0-5 0,-10 6 0,2 5 0,-9 3 0,-1 5 0,-1 7 0,-6 1 0,-6 1 0,3 12 0,-2-16 0,-2 10 0,6-15 0,-10 2 0,11-7 0,-21 9 0,7-13 0,-9 7 0,5-15 0,7-1 0,6-7 0,1-4 0,11 3 0,-3-9 0,4 4 0,-6-5 0,0 0 0,-12 0 0,3 0 0,-24-6 0,2-2 0,-21-5 0,-2-1 0,0 0 0,2 6 0,7-4 0,1 11 0,7-11 0,-5 5 0,-25-19 0,15 4-297,22 3 0,1-2 297,-25-8 0,-8-6 0,0 13 0,0 2 0,8 6 0,2 6-100,7-4 100,-7 11 0,6-11 0,-14 10 0,6-4 0,-8 6-466,35 0 0,-2 0 466,-1 0 0,-1 0 0,-8 4 0,-1-1 0,1-2 0,0 0 0,-5 2 0,0 1-763,-1 0 0,-1-1 763,-9-2 0,-1 0 0,5 3 0,-1-1 0,-3-2 0,0-2 0,9 1 0,1 0 0,0 0 0,2 0 13,11 0 0,3 0-13,0 0 0,1 0 0,-34 0 0,1 0 0,6 6 0,-5 8 0,14 1 0,-6 5 0,0 0 0,-2-4 0,-8 11 0,0-12 0,0 6 0,15-8 88,-3 7-88,13-5 862,12-2-862,6-2 1611,13-10-1611,-1 10 565,0-10-565,1 5 0,12-6 0,-5 0 0,-8 0 0,-8 0 0,-20 0 0,-2 0 0,6 0 0,-2 0 0,11 0 0,-21 0 0,-4 0 0,-15 0-683,-8-14 683,-3 11-662,36-10 1,-2-2 661,3 7 0,0-1 0,-14-6 0,2-2 0,15 1 0,2 2 0,-43-10 0,31 5 0,15 6 0,7 0 636,1 1-636,7 0 1370,-7 0-1370,-1-1 0,-1 6 0,-11-5 0,2 11 0,-13-11 0,7 10 0,2-9 0,13 9 0,8-3 0,9 5 0,10 0 0,2 0 0,6 0 0,-1 0 0,-5 0 0,-1 0 0,-6-10 0,-6 2 0,5-4 0,-11 7 0,11 5 0,-5-5 0,12-1 0,-4 0 0,-3-4 0,0 3 0,-11 1 0,5-5 0,0 5 0,1-6 0,12 1 0,1 0 0,5 5 0,1-3 0,4 3 0,1-5 0,5 0 0,0 1 0,0-6 0,0-8 0,6-12 0,6-9 0,2-6 0,5 7 0,-1-6 0,-5 12 0,11-4 0,-11 6 0,4 5 0,-5 3 0,-6 20 0,-1-1 0,-5 14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1T20:31:21.404"/>
    </inkml:context>
    <inkml:brush xml:id="br0">
      <inkml:brushProperty name="width" value="0.05" units="cm"/>
      <inkml:brushProperty name="height" value="0.05" units="cm"/>
    </inkml:brush>
  </inkml:definitions>
  <inkml:trace contextRef="#ctx0" brushRef="#br0">1 1 24575,'0'16'0,"0"1"0,0 18 0,5-3 0,-4 25 0,11-4 0,1 7 0,9 22-826,12-1 826,-16-30 0,2 2-601,9 4 0,3 1 601,-1-3 0,1-1 0,4 1 0,0 0 0,-2-1 0,0-2-180,-4-9 0,-1-2 180,23 39 0,-12-27 0,-9-9 760,-7-13-760,-5 3 1228,2-10-1228,-2 11 400,4-5-400,1 7 0,0-7 0,7 12 0,2-2 0,6 7 0,-5 4 0,2-11 0,-10-3 0,-1-8 0,-14-11 0,-1-2 0,-4 0 0,5 1 0,0 6 0,1 0 0,5 5 0,2 9 0,12 9 0,10 14 0,-5-6 0,10 7 0,-13-15 0,0-2 0,-3-7 0,-6-6 0,-1 3 0,1-4 0,6 8 0,-5-8 0,5 0 0,-7-8 0,0-4 0,-6-2 0,-6-5 0,-1-5 0,-9 3 0,14 3 0,-2 11 0,10 7 0,22 16 0,-9-7 0,24 14 0,-14-12 0,16 13 0,-26-25 0,14 14 0,-25-23 0,6 10 0,5 0 0,2 2 0,1 0 0,12 0 0,-13-1 0,5-5 0,-11-1 0,-4-8 0,-5-6 0,-6-4 0,-5 2 0,-3-7 0,-3 7 0,5-3 0,-1 0 0,1-1 0,-5-1 0,3-2 0,-3 7 0,10-3 0,2 5 0,4 1 0,1-6 0,-5 4 0,-2-4 0,-6 0 0,6 3 0,2-2 0,10 4 0,-3 1 0,3 0 0,-5-1 0,-6 0 0,5-5 0,-10 4 0,4-4 0,-6 0 0,-4 3 0,4-8 0,-4 4 0,0 0 0,3-4 0,11 8 0,-10-7 0,9 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1T20:31:22.069"/>
    </inkml:context>
    <inkml:brush xml:id="br0">
      <inkml:brushProperty name="width" value="0.05" units="cm"/>
      <inkml:brushProperty name="height" value="0.05" units="cm"/>
    </inkml:brush>
  </inkml:definitions>
  <inkml:trace contextRef="#ctx0" brushRef="#br0">1 0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3E1C2D-5EB1-3142-A37C-C0776F66F7A2}" type="datetimeFigureOut">
              <a:rPr lang="en-US" smtClean="0"/>
              <a:t>2/21/24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C1318B-515E-6244-9383-0C6CD66F2E6A}" type="slidenum">
              <a:rPr lang="en-US" smtClean="0"/>
              <a:t>‹#›</a:t>
            </a:fld>
            <a:endParaRPr lang="en-US"/>
          </a:p>
        </p:txBody>
      </p:sp>
    </p:spTree>
    <p:extLst>
      <p:ext uri="{BB962C8B-B14F-4D97-AF65-F5344CB8AC3E}">
        <p14:creationId xmlns:p14="http://schemas.microsoft.com/office/powerpoint/2010/main" val="495252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CD58FF2B-DAE5-2D46-B150-8B7CF6FFFE2A}" type="slidenum">
              <a:rPr lang="en-US">
                <a:latin typeface="Arial" pitchFamily="-109" charset="0"/>
                <a:ea typeface="Arial" pitchFamily="-109" charset="0"/>
                <a:cs typeface="Arial" pitchFamily="-109" charset="0"/>
              </a:rPr>
              <a:pPr/>
              <a:t>2</a:t>
            </a:fld>
            <a:endParaRPr lang="en-US">
              <a:latin typeface="Arial" pitchFamily="-109" charset="0"/>
              <a:ea typeface="Arial" pitchFamily="-109" charset="0"/>
              <a:cs typeface="Arial" pitchFamily="-109"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endParaRPr lang="en-US">
              <a:latin typeface="Arial" pitchFamily="-109" charset="0"/>
              <a:ea typeface="Arial" pitchFamily="-109" charset="0"/>
              <a:cs typeface="Arial" pitchFamily="-109"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CD58FF2B-DAE5-2D46-B150-8B7CF6FFFE2A}" type="slidenum">
              <a:rPr lang="en-US">
                <a:latin typeface="Arial" pitchFamily="-109" charset="0"/>
                <a:ea typeface="Arial" pitchFamily="-109" charset="0"/>
                <a:cs typeface="Arial" pitchFamily="-109" charset="0"/>
              </a:rPr>
              <a:pPr/>
              <a:t>3</a:t>
            </a:fld>
            <a:endParaRPr lang="en-US">
              <a:latin typeface="Arial" pitchFamily="-109" charset="0"/>
              <a:ea typeface="Arial" pitchFamily="-109" charset="0"/>
              <a:cs typeface="Arial" pitchFamily="-109"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endParaRPr lang="en-US">
              <a:latin typeface="Arial" pitchFamily="-109" charset="0"/>
              <a:ea typeface="Arial" pitchFamily="-109" charset="0"/>
              <a:cs typeface="Arial" pitchFamily="-109" charset="0"/>
            </a:endParaRPr>
          </a:p>
        </p:txBody>
      </p:sp>
    </p:spTree>
    <p:extLst>
      <p:ext uri="{BB962C8B-B14F-4D97-AF65-F5344CB8AC3E}">
        <p14:creationId xmlns:p14="http://schemas.microsoft.com/office/powerpoint/2010/main" val="365931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BA0DE83C-7FE1-E54F-A25D-89BEF6B97D8B}" type="slidenum">
              <a:rPr lang="en-US">
                <a:latin typeface="Arial" pitchFamily="-109" charset="0"/>
                <a:ea typeface="Arial" pitchFamily="-109" charset="0"/>
                <a:cs typeface="Arial" pitchFamily="-109" charset="0"/>
              </a:rPr>
              <a:pPr/>
              <a:t>4</a:t>
            </a:fld>
            <a:endParaRPr lang="en-US">
              <a:latin typeface="Arial" pitchFamily="-109" charset="0"/>
              <a:ea typeface="Arial" pitchFamily="-109" charset="0"/>
              <a:cs typeface="Arial" pitchFamily="-109"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en-US">
              <a:latin typeface="Arial" pitchFamily="-109" charset="0"/>
              <a:ea typeface="Arial" pitchFamily="-109" charset="0"/>
              <a:cs typeface="Arial" pitchFamily="-109"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BA0DE83C-7FE1-E54F-A25D-89BEF6B97D8B}" type="slidenum">
              <a:rPr lang="en-US">
                <a:latin typeface="Arial" pitchFamily="-109" charset="0"/>
                <a:ea typeface="Arial" pitchFamily="-109" charset="0"/>
                <a:cs typeface="Arial" pitchFamily="-109" charset="0"/>
              </a:rPr>
              <a:pPr/>
              <a:t>5</a:t>
            </a:fld>
            <a:endParaRPr lang="en-US">
              <a:latin typeface="Arial" pitchFamily="-109" charset="0"/>
              <a:ea typeface="Arial" pitchFamily="-109" charset="0"/>
              <a:cs typeface="Arial" pitchFamily="-109"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en-US">
              <a:latin typeface="Arial" pitchFamily="-109" charset="0"/>
              <a:ea typeface="Arial" pitchFamily="-109" charset="0"/>
              <a:cs typeface="Arial" pitchFamily="-109" charset="0"/>
            </a:endParaRPr>
          </a:p>
        </p:txBody>
      </p:sp>
    </p:spTree>
    <p:extLst>
      <p:ext uri="{BB962C8B-B14F-4D97-AF65-F5344CB8AC3E}">
        <p14:creationId xmlns:p14="http://schemas.microsoft.com/office/powerpoint/2010/main" val="13815639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BA0DE83C-7FE1-E54F-A25D-89BEF6B97D8B}" type="slidenum">
              <a:rPr lang="en-US">
                <a:latin typeface="Arial" pitchFamily="-109" charset="0"/>
                <a:ea typeface="Arial" pitchFamily="-109" charset="0"/>
                <a:cs typeface="Arial" pitchFamily="-109" charset="0"/>
              </a:rPr>
              <a:pPr/>
              <a:t>6</a:t>
            </a:fld>
            <a:endParaRPr lang="en-US">
              <a:latin typeface="Arial" pitchFamily="-109" charset="0"/>
              <a:ea typeface="Arial" pitchFamily="-109" charset="0"/>
              <a:cs typeface="Arial" pitchFamily="-109"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en-US">
              <a:latin typeface="Arial" pitchFamily="-109" charset="0"/>
              <a:ea typeface="Arial" pitchFamily="-109" charset="0"/>
              <a:cs typeface="Arial" pitchFamily="-109" charset="0"/>
            </a:endParaRPr>
          </a:p>
        </p:txBody>
      </p:sp>
    </p:spTree>
    <p:extLst>
      <p:ext uri="{BB962C8B-B14F-4D97-AF65-F5344CB8AC3E}">
        <p14:creationId xmlns:p14="http://schemas.microsoft.com/office/powerpoint/2010/main" val="33667003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BA0DE83C-7FE1-E54F-A25D-89BEF6B97D8B}" type="slidenum">
              <a:rPr lang="en-US">
                <a:latin typeface="Arial" pitchFamily="-109" charset="0"/>
                <a:ea typeface="Arial" pitchFamily="-109" charset="0"/>
                <a:cs typeface="Arial" pitchFamily="-109" charset="0"/>
              </a:rPr>
              <a:pPr/>
              <a:t>7</a:t>
            </a:fld>
            <a:endParaRPr lang="en-US">
              <a:latin typeface="Arial" pitchFamily="-109" charset="0"/>
              <a:ea typeface="Arial" pitchFamily="-109" charset="0"/>
              <a:cs typeface="Arial" pitchFamily="-109"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en-US">
              <a:latin typeface="Arial" pitchFamily="-109" charset="0"/>
              <a:ea typeface="Arial" pitchFamily="-109" charset="0"/>
              <a:cs typeface="Arial" pitchFamily="-109" charset="0"/>
            </a:endParaRPr>
          </a:p>
        </p:txBody>
      </p:sp>
    </p:spTree>
    <p:extLst>
      <p:ext uri="{BB962C8B-B14F-4D97-AF65-F5344CB8AC3E}">
        <p14:creationId xmlns:p14="http://schemas.microsoft.com/office/powerpoint/2010/main" val="725880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A5BC3CB2-F63A-444D-9048-76B0EDE95742}" type="slidenum">
              <a:rPr lang="en-US">
                <a:latin typeface="Arial" pitchFamily="-109" charset="0"/>
                <a:ea typeface="Arial" pitchFamily="-109" charset="0"/>
                <a:cs typeface="Arial" pitchFamily="-109" charset="0"/>
              </a:rPr>
              <a:pPr/>
              <a:t>8</a:t>
            </a:fld>
            <a:endParaRPr lang="en-US">
              <a:latin typeface="Arial" pitchFamily="-109" charset="0"/>
              <a:ea typeface="Arial" pitchFamily="-109" charset="0"/>
              <a:cs typeface="Arial" pitchFamily="-109"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endParaRPr lang="en-US">
              <a:latin typeface="Arial" pitchFamily="-109" charset="0"/>
              <a:ea typeface="Arial" pitchFamily="-109" charset="0"/>
              <a:cs typeface="Arial" pitchFamily="-109" charset="0"/>
            </a:endParaRPr>
          </a:p>
        </p:txBody>
      </p:sp>
    </p:spTree>
    <p:extLst>
      <p:ext uri="{BB962C8B-B14F-4D97-AF65-F5344CB8AC3E}">
        <p14:creationId xmlns:p14="http://schemas.microsoft.com/office/powerpoint/2010/main" val="29173646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A5BC3CB2-F63A-444D-9048-76B0EDE95742}" type="slidenum">
              <a:rPr lang="en-US">
                <a:latin typeface="Arial" pitchFamily="-109" charset="0"/>
                <a:ea typeface="Arial" pitchFamily="-109" charset="0"/>
                <a:cs typeface="Arial" pitchFamily="-109" charset="0"/>
              </a:rPr>
              <a:pPr/>
              <a:t>9</a:t>
            </a:fld>
            <a:endParaRPr lang="en-US">
              <a:latin typeface="Arial" pitchFamily="-109" charset="0"/>
              <a:ea typeface="Arial" pitchFamily="-109" charset="0"/>
              <a:cs typeface="Arial" pitchFamily="-109"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endParaRPr lang="en-US">
              <a:latin typeface="Arial" pitchFamily="-109" charset="0"/>
              <a:ea typeface="Arial" pitchFamily="-109" charset="0"/>
              <a:cs typeface="Arial" pitchFamily="-109" charset="0"/>
            </a:endParaRPr>
          </a:p>
        </p:txBody>
      </p:sp>
    </p:spTree>
    <p:extLst>
      <p:ext uri="{BB962C8B-B14F-4D97-AF65-F5344CB8AC3E}">
        <p14:creationId xmlns:p14="http://schemas.microsoft.com/office/powerpoint/2010/main" val="29633124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A5BC3CB2-F63A-444D-9048-76B0EDE95742}" type="slidenum">
              <a:rPr lang="en-US">
                <a:latin typeface="Arial" pitchFamily="-109" charset="0"/>
                <a:ea typeface="Arial" pitchFamily="-109" charset="0"/>
                <a:cs typeface="Arial" pitchFamily="-109" charset="0"/>
              </a:rPr>
              <a:pPr/>
              <a:t>10</a:t>
            </a:fld>
            <a:endParaRPr lang="en-US">
              <a:latin typeface="Arial" pitchFamily="-109" charset="0"/>
              <a:ea typeface="Arial" pitchFamily="-109" charset="0"/>
              <a:cs typeface="Arial" pitchFamily="-109"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endParaRPr lang="en-US">
              <a:latin typeface="Arial" pitchFamily="-109" charset="0"/>
              <a:ea typeface="Arial" pitchFamily="-109" charset="0"/>
              <a:cs typeface="Arial" pitchFamily="-109" charset="0"/>
            </a:endParaRPr>
          </a:p>
        </p:txBody>
      </p:sp>
    </p:spTree>
    <p:extLst>
      <p:ext uri="{BB962C8B-B14F-4D97-AF65-F5344CB8AC3E}">
        <p14:creationId xmlns:p14="http://schemas.microsoft.com/office/powerpoint/2010/main" val="22268365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1CCEF7D7-4928-044F-8BBD-5C253F5B446D}" type="slidenum">
              <a:rPr lang="en-US">
                <a:latin typeface="Arial" pitchFamily="-109" charset="0"/>
                <a:ea typeface="Arial" pitchFamily="-109" charset="0"/>
                <a:cs typeface="Arial" pitchFamily="-109" charset="0"/>
              </a:rPr>
              <a:pPr/>
              <a:t>11</a:t>
            </a:fld>
            <a:endParaRPr lang="en-US">
              <a:latin typeface="Arial" pitchFamily="-109" charset="0"/>
              <a:ea typeface="Arial" pitchFamily="-109" charset="0"/>
              <a:cs typeface="Arial" pitchFamily="-109"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en-US">
              <a:latin typeface="Arial" pitchFamily="-109" charset="0"/>
              <a:ea typeface="Arial" pitchFamily="-109" charset="0"/>
              <a:cs typeface="Arial" pitchFamily="-109"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1CCEF7D7-4928-044F-8BBD-5C253F5B446D}" type="slidenum">
              <a:rPr lang="en-US">
                <a:latin typeface="Arial" pitchFamily="-109" charset="0"/>
                <a:ea typeface="Arial" pitchFamily="-109" charset="0"/>
                <a:cs typeface="Arial" pitchFamily="-109" charset="0"/>
              </a:rPr>
              <a:pPr/>
              <a:t>12</a:t>
            </a:fld>
            <a:endParaRPr lang="en-US">
              <a:latin typeface="Arial" pitchFamily="-109" charset="0"/>
              <a:ea typeface="Arial" pitchFamily="-109" charset="0"/>
              <a:cs typeface="Arial" pitchFamily="-109"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en-US">
              <a:latin typeface="Arial" pitchFamily="-109" charset="0"/>
              <a:ea typeface="Arial" pitchFamily="-109" charset="0"/>
              <a:cs typeface="Arial" pitchFamily="-109" charset="0"/>
            </a:endParaRPr>
          </a:p>
        </p:txBody>
      </p:sp>
    </p:spTree>
    <p:extLst>
      <p:ext uri="{BB962C8B-B14F-4D97-AF65-F5344CB8AC3E}">
        <p14:creationId xmlns:p14="http://schemas.microsoft.com/office/powerpoint/2010/main" val="6579666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1CCEF7D7-4928-044F-8BBD-5C253F5B446D}" type="slidenum">
              <a:rPr lang="en-US">
                <a:latin typeface="Arial" pitchFamily="-109" charset="0"/>
                <a:ea typeface="Arial" pitchFamily="-109" charset="0"/>
                <a:cs typeface="Arial" pitchFamily="-109" charset="0"/>
              </a:rPr>
              <a:pPr/>
              <a:t>13</a:t>
            </a:fld>
            <a:endParaRPr lang="en-US">
              <a:latin typeface="Arial" pitchFamily="-109" charset="0"/>
              <a:ea typeface="Arial" pitchFamily="-109" charset="0"/>
              <a:cs typeface="Arial" pitchFamily="-109"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en-US">
              <a:latin typeface="Arial" pitchFamily="-109" charset="0"/>
              <a:ea typeface="Arial" pitchFamily="-109" charset="0"/>
              <a:cs typeface="Arial" pitchFamily="-109" charset="0"/>
            </a:endParaRPr>
          </a:p>
        </p:txBody>
      </p:sp>
    </p:spTree>
    <p:extLst>
      <p:ext uri="{BB962C8B-B14F-4D97-AF65-F5344CB8AC3E}">
        <p14:creationId xmlns:p14="http://schemas.microsoft.com/office/powerpoint/2010/main" val="20944425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1CCEF7D7-4928-044F-8BBD-5C253F5B446D}" type="slidenum">
              <a:rPr lang="en-US">
                <a:latin typeface="Arial" pitchFamily="-109" charset="0"/>
                <a:ea typeface="Arial" pitchFamily="-109" charset="0"/>
                <a:cs typeface="Arial" pitchFamily="-109" charset="0"/>
              </a:rPr>
              <a:pPr/>
              <a:t>14</a:t>
            </a:fld>
            <a:endParaRPr lang="en-US">
              <a:latin typeface="Arial" pitchFamily="-109" charset="0"/>
              <a:ea typeface="Arial" pitchFamily="-109" charset="0"/>
              <a:cs typeface="Arial" pitchFamily="-109"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en-US">
              <a:latin typeface="Arial" pitchFamily="-109" charset="0"/>
              <a:ea typeface="Arial" pitchFamily="-109" charset="0"/>
              <a:cs typeface="Arial" pitchFamily="-109" charset="0"/>
            </a:endParaRPr>
          </a:p>
        </p:txBody>
      </p:sp>
    </p:spTree>
    <p:extLst>
      <p:ext uri="{BB962C8B-B14F-4D97-AF65-F5344CB8AC3E}">
        <p14:creationId xmlns:p14="http://schemas.microsoft.com/office/powerpoint/2010/main" val="36018838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1CCEF7D7-4928-044F-8BBD-5C253F5B446D}" type="slidenum">
              <a:rPr lang="en-US">
                <a:latin typeface="Arial" pitchFamily="-109" charset="0"/>
                <a:ea typeface="Arial" pitchFamily="-109" charset="0"/>
                <a:cs typeface="Arial" pitchFamily="-109" charset="0"/>
              </a:rPr>
              <a:pPr/>
              <a:t>15</a:t>
            </a:fld>
            <a:endParaRPr lang="en-US">
              <a:latin typeface="Arial" pitchFamily="-109" charset="0"/>
              <a:ea typeface="Arial" pitchFamily="-109" charset="0"/>
              <a:cs typeface="Arial" pitchFamily="-109"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en-US">
              <a:latin typeface="Arial" pitchFamily="-109" charset="0"/>
              <a:ea typeface="Arial" pitchFamily="-109" charset="0"/>
              <a:cs typeface="Arial" pitchFamily="-109" charset="0"/>
            </a:endParaRPr>
          </a:p>
        </p:txBody>
      </p:sp>
    </p:spTree>
    <p:extLst>
      <p:ext uri="{BB962C8B-B14F-4D97-AF65-F5344CB8AC3E}">
        <p14:creationId xmlns:p14="http://schemas.microsoft.com/office/powerpoint/2010/main" val="12539316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1CCEF7D7-4928-044F-8BBD-5C253F5B446D}" type="slidenum">
              <a:rPr lang="en-US">
                <a:latin typeface="Arial" pitchFamily="-109" charset="0"/>
                <a:ea typeface="Arial" pitchFamily="-109" charset="0"/>
                <a:cs typeface="Arial" pitchFamily="-109" charset="0"/>
              </a:rPr>
              <a:pPr/>
              <a:t>16</a:t>
            </a:fld>
            <a:endParaRPr lang="en-US">
              <a:latin typeface="Arial" pitchFamily="-109" charset="0"/>
              <a:ea typeface="Arial" pitchFamily="-109" charset="0"/>
              <a:cs typeface="Arial" pitchFamily="-109"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en-US">
              <a:latin typeface="Arial" pitchFamily="-109" charset="0"/>
              <a:ea typeface="Arial" pitchFamily="-109" charset="0"/>
              <a:cs typeface="Arial" pitchFamily="-109" charset="0"/>
            </a:endParaRPr>
          </a:p>
        </p:txBody>
      </p:sp>
    </p:spTree>
    <p:extLst>
      <p:ext uri="{BB962C8B-B14F-4D97-AF65-F5344CB8AC3E}">
        <p14:creationId xmlns:p14="http://schemas.microsoft.com/office/powerpoint/2010/main" val="34163653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1CCEF7D7-4928-044F-8BBD-5C253F5B446D}" type="slidenum">
              <a:rPr lang="en-US">
                <a:latin typeface="Arial" pitchFamily="-109" charset="0"/>
                <a:ea typeface="Arial" pitchFamily="-109" charset="0"/>
                <a:cs typeface="Arial" pitchFamily="-109" charset="0"/>
              </a:rPr>
              <a:pPr/>
              <a:t>17</a:t>
            </a:fld>
            <a:endParaRPr lang="en-US">
              <a:latin typeface="Arial" pitchFamily="-109" charset="0"/>
              <a:ea typeface="Arial" pitchFamily="-109" charset="0"/>
              <a:cs typeface="Arial" pitchFamily="-109"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en-US">
              <a:latin typeface="Arial" pitchFamily="-109" charset="0"/>
              <a:ea typeface="Arial" pitchFamily="-109" charset="0"/>
              <a:cs typeface="Arial" pitchFamily="-109" charset="0"/>
            </a:endParaRPr>
          </a:p>
        </p:txBody>
      </p:sp>
    </p:spTree>
    <p:extLst>
      <p:ext uri="{BB962C8B-B14F-4D97-AF65-F5344CB8AC3E}">
        <p14:creationId xmlns:p14="http://schemas.microsoft.com/office/powerpoint/2010/main" val="3457214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1CCEF7D7-4928-044F-8BBD-5C253F5B446D}" type="slidenum">
              <a:rPr lang="en-US">
                <a:latin typeface="Arial" pitchFamily="-109" charset="0"/>
                <a:ea typeface="Arial" pitchFamily="-109" charset="0"/>
                <a:cs typeface="Arial" pitchFamily="-109" charset="0"/>
              </a:rPr>
              <a:pPr/>
              <a:t>18</a:t>
            </a:fld>
            <a:endParaRPr lang="en-US">
              <a:latin typeface="Arial" pitchFamily="-109" charset="0"/>
              <a:ea typeface="Arial" pitchFamily="-109" charset="0"/>
              <a:cs typeface="Arial" pitchFamily="-109"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en-US">
              <a:latin typeface="Arial" pitchFamily="-109" charset="0"/>
              <a:ea typeface="Arial" pitchFamily="-109" charset="0"/>
              <a:cs typeface="Arial" pitchFamily="-109" charset="0"/>
            </a:endParaRPr>
          </a:p>
        </p:txBody>
      </p:sp>
    </p:spTree>
    <p:extLst>
      <p:ext uri="{BB962C8B-B14F-4D97-AF65-F5344CB8AC3E}">
        <p14:creationId xmlns:p14="http://schemas.microsoft.com/office/powerpoint/2010/main" val="18853212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1CCEF7D7-4928-044F-8BBD-5C253F5B446D}" type="slidenum">
              <a:rPr lang="en-US">
                <a:latin typeface="Arial" pitchFamily="-109" charset="0"/>
                <a:ea typeface="Arial" pitchFamily="-109" charset="0"/>
                <a:cs typeface="Arial" pitchFamily="-109" charset="0"/>
              </a:rPr>
              <a:pPr/>
              <a:t>19</a:t>
            </a:fld>
            <a:endParaRPr lang="en-US">
              <a:latin typeface="Arial" pitchFamily="-109" charset="0"/>
              <a:ea typeface="Arial" pitchFamily="-109" charset="0"/>
              <a:cs typeface="Arial" pitchFamily="-109"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en-US">
              <a:latin typeface="Arial" pitchFamily="-109" charset="0"/>
              <a:ea typeface="Arial" pitchFamily="-109" charset="0"/>
              <a:cs typeface="Arial" pitchFamily="-109" charset="0"/>
            </a:endParaRPr>
          </a:p>
        </p:txBody>
      </p:sp>
    </p:spTree>
    <p:extLst>
      <p:ext uri="{BB962C8B-B14F-4D97-AF65-F5344CB8AC3E}">
        <p14:creationId xmlns:p14="http://schemas.microsoft.com/office/powerpoint/2010/main" val="2986138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9D936-080C-C442-0B20-5910D54611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3FCAB7-0B65-A803-688A-A3898D4A00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5D2498D-455C-7832-DC4F-755F1AD0D37E}"/>
              </a:ext>
            </a:extLst>
          </p:cNvPr>
          <p:cNvSpPr>
            <a:spLocks noGrp="1"/>
          </p:cNvSpPr>
          <p:nvPr>
            <p:ph type="dt" sz="half" idx="10"/>
          </p:nvPr>
        </p:nvSpPr>
        <p:spPr/>
        <p:txBody>
          <a:bodyPr/>
          <a:lstStyle/>
          <a:p>
            <a:fld id="{DC97D5A1-7554-7444-815B-4E538613966F}" type="datetimeFigureOut">
              <a:rPr lang="en-US" smtClean="0"/>
              <a:t>2/21/24</a:t>
            </a:fld>
            <a:endParaRPr lang="en-US"/>
          </a:p>
        </p:txBody>
      </p:sp>
      <p:sp>
        <p:nvSpPr>
          <p:cNvPr id="5" name="Footer Placeholder 4">
            <a:extLst>
              <a:ext uri="{FF2B5EF4-FFF2-40B4-BE49-F238E27FC236}">
                <a16:creationId xmlns:a16="http://schemas.microsoft.com/office/drawing/2014/main" id="{BB79A3C8-F0B2-030A-121C-E6E00C5FDC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8429D7-C517-0435-F2A9-4BA567CB63FE}"/>
              </a:ext>
            </a:extLst>
          </p:cNvPr>
          <p:cNvSpPr>
            <a:spLocks noGrp="1"/>
          </p:cNvSpPr>
          <p:nvPr>
            <p:ph type="sldNum" sz="quarter" idx="12"/>
          </p:nvPr>
        </p:nvSpPr>
        <p:spPr/>
        <p:txBody>
          <a:bodyPr/>
          <a:lstStyle/>
          <a:p>
            <a:fld id="{D52C5049-EAE0-4848-A560-2492025FA4DC}" type="slidenum">
              <a:rPr lang="en-US" smtClean="0"/>
              <a:t>‹#›</a:t>
            </a:fld>
            <a:endParaRPr lang="en-US"/>
          </a:p>
        </p:txBody>
      </p:sp>
    </p:spTree>
    <p:extLst>
      <p:ext uri="{BB962C8B-B14F-4D97-AF65-F5344CB8AC3E}">
        <p14:creationId xmlns:p14="http://schemas.microsoft.com/office/powerpoint/2010/main" val="1999951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F84CF-0FD1-6295-F60E-87F9520EA9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79985A-34A7-35F2-2B2F-68FAF43DF9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89F916-9B41-FFC1-F267-5A5A6BD471CD}"/>
              </a:ext>
            </a:extLst>
          </p:cNvPr>
          <p:cNvSpPr>
            <a:spLocks noGrp="1"/>
          </p:cNvSpPr>
          <p:nvPr>
            <p:ph type="dt" sz="half" idx="10"/>
          </p:nvPr>
        </p:nvSpPr>
        <p:spPr/>
        <p:txBody>
          <a:bodyPr/>
          <a:lstStyle/>
          <a:p>
            <a:fld id="{DC97D5A1-7554-7444-815B-4E538613966F}" type="datetimeFigureOut">
              <a:rPr lang="en-US" smtClean="0"/>
              <a:t>2/21/24</a:t>
            </a:fld>
            <a:endParaRPr lang="en-US"/>
          </a:p>
        </p:txBody>
      </p:sp>
      <p:sp>
        <p:nvSpPr>
          <p:cNvPr id="5" name="Footer Placeholder 4">
            <a:extLst>
              <a:ext uri="{FF2B5EF4-FFF2-40B4-BE49-F238E27FC236}">
                <a16:creationId xmlns:a16="http://schemas.microsoft.com/office/drawing/2014/main" id="{3CB0781F-C45C-4BD8-25F9-5B6F8986B4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1310D3-A46C-C0B7-69A5-62E6FFC236DD}"/>
              </a:ext>
            </a:extLst>
          </p:cNvPr>
          <p:cNvSpPr>
            <a:spLocks noGrp="1"/>
          </p:cNvSpPr>
          <p:nvPr>
            <p:ph type="sldNum" sz="quarter" idx="12"/>
          </p:nvPr>
        </p:nvSpPr>
        <p:spPr/>
        <p:txBody>
          <a:bodyPr/>
          <a:lstStyle/>
          <a:p>
            <a:fld id="{D52C5049-EAE0-4848-A560-2492025FA4DC}" type="slidenum">
              <a:rPr lang="en-US" smtClean="0"/>
              <a:t>‹#›</a:t>
            </a:fld>
            <a:endParaRPr lang="en-US"/>
          </a:p>
        </p:txBody>
      </p:sp>
    </p:spTree>
    <p:extLst>
      <p:ext uri="{BB962C8B-B14F-4D97-AF65-F5344CB8AC3E}">
        <p14:creationId xmlns:p14="http://schemas.microsoft.com/office/powerpoint/2010/main" val="394870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6EBEA-5CFD-FB8B-4098-0BE83DC71C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F4F6820-D3A1-51AF-BCF9-470AE69F76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6BCAD0-5837-0C02-18FF-C2BA9671CF2F}"/>
              </a:ext>
            </a:extLst>
          </p:cNvPr>
          <p:cNvSpPr>
            <a:spLocks noGrp="1"/>
          </p:cNvSpPr>
          <p:nvPr>
            <p:ph type="dt" sz="half" idx="10"/>
          </p:nvPr>
        </p:nvSpPr>
        <p:spPr/>
        <p:txBody>
          <a:bodyPr/>
          <a:lstStyle/>
          <a:p>
            <a:fld id="{DC97D5A1-7554-7444-815B-4E538613966F}" type="datetimeFigureOut">
              <a:rPr lang="en-US" smtClean="0"/>
              <a:t>2/21/24</a:t>
            </a:fld>
            <a:endParaRPr lang="en-US"/>
          </a:p>
        </p:txBody>
      </p:sp>
      <p:sp>
        <p:nvSpPr>
          <p:cNvPr id="5" name="Footer Placeholder 4">
            <a:extLst>
              <a:ext uri="{FF2B5EF4-FFF2-40B4-BE49-F238E27FC236}">
                <a16:creationId xmlns:a16="http://schemas.microsoft.com/office/drawing/2014/main" id="{74701A2C-466F-BD7E-F9EE-D82B14DCC5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BFC9D8-E775-E5BE-F33E-4B87BD2A2A8B}"/>
              </a:ext>
            </a:extLst>
          </p:cNvPr>
          <p:cNvSpPr>
            <a:spLocks noGrp="1"/>
          </p:cNvSpPr>
          <p:nvPr>
            <p:ph type="sldNum" sz="quarter" idx="12"/>
          </p:nvPr>
        </p:nvSpPr>
        <p:spPr/>
        <p:txBody>
          <a:bodyPr/>
          <a:lstStyle/>
          <a:p>
            <a:fld id="{D52C5049-EAE0-4848-A560-2492025FA4DC}" type="slidenum">
              <a:rPr lang="en-US" smtClean="0"/>
              <a:t>‹#›</a:t>
            </a:fld>
            <a:endParaRPr lang="en-US"/>
          </a:p>
        </p:txBody>
      </p:sp>
    </p:spTree>
    <p:extLst>
      <p:ext uri="{BB962C8B-B14F-4D97-AF65-F5344CB8AC3E}">
        <p14:creationId xmlns:p14="http://schemas.microsoft.com/office/powerpoint/2010/main" val="3105344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D5323-A29D-C0F5-3DC3-4E92008F39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10D4DC-C51E-D95A-D0B7-3ACAB51C63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A0C3432-E8AB-D6CD-9146-C2C4BD1734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7DF4B16-E413-6086-2174-1419FE26F21F}"/>
              </a:ext>
            </a:extLst>
          </p:cNvPr>
          <p:cNvSpPr>
            <a:spLocks noGrp="1"/>
          </p:cNvSpPr>
          <p:nvPr>
            <p:ph type="dt" sz="half" idx="10"/>
          </p:nvPr>
        </p:nvSpPr>
        <p:spPr/>
        <p:txBody>
          <a:bodyPr/>
          <a:lstStyle/>
          <a:p>
            <a:fld id="{DC97D5A1-7554-7444-815B-4E538613966F}" type="datetimeFigureOut">
              <a:rPr lang="en-US" smtClean="0"/>
              <a:t>2/21/24</a:t>
            </a:fld>
            <a:endParaRPr lang="en-US"/>
          </a:p>
        </p:txBody>
      </p:sp>
      <p:sp>
        <p:nvSpPr>
          <p:cNvPr id="6" name="Footer Placeholder 5">
            <a:extLst>
              <a:ext uri="{FF2B5EF4-FFF2-40B4-BE49-F238E27FC236}">
                <a16:creationId xmlns:a16="http://schemas.microsoft.com/office/drawing/2014/main" id="{E48EF310-0BC2-2708-0037-AB6483FDD0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BBE6A5-8BD2-6864-967D-97003FBDFF11}"/>
              </a:ext>
            </a:extLst>
          </p:cNvPr>
          <p:cNvSpPr>
            <a:spLocks noGrp="1"/>
          </p:cNvSpPr>
          <p:nvPr>
            <p:ph type="sldNum" sz="quarter" idx="12"/>
          </p:nvPr>
        </p:nvSpPr>
        <p:spPr/>
        <p:txBody>
          <a:bodyPr/>
          <a:lstStyle/>
          <a:p>
            <a:fld id="{D52C5049-EAE0-4848-A560-2492025FA4DC}" type="slidenum">
              <a:rPr lang="en-US" smtClean="0"/>
              <a:t>‹#›</a:t>
            </a:fld>
            <a:endParaRPr lang="en-US"/>
          </a:p>
        </p:txBody>
      </p:sp>
    </p:spTree>
    <p:extLst>
      <p:ext uri="{BB962C8B-B14F-4D97-AF65-F5344CB8AC3E}">
        <p14:creationId xmlns:p14="http://schemas.microsoft.com/office/powerpoint/2010/main" val="14048799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8E48B-8F9C-C9D0-ECC2-8A794B9E4D5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DC2866-CA70-70E3-9D30-E8147A441E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F032C4-B8B9-7B93-561B-3CB15CBCB94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EC95F4-1CA0-A16F-F417-1A899A833D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1E1239-8197-1FF0-8B14-133B624FA3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E8650A-0140-6DFC-3264-D1ED4496D5F4}"/>
              </a:ext>
            </a:extLst>
          </p:cNvPr>
          <p:cNvSpPr>
            <a:spLocks noGrp="1"/>
          </p:cNvSpPr>
          <p:nvPr>
            <p:ph type="dt" sz="half" idx="10"/>
          </p:nvPr>
        </p:nvSpPr>
        <p:spPr/>
        <p:txBody>
          <a:bodyPr/>
          <a:lstStyle/>
          <a:p>
            <a:fld id="{DC97D5A1-7554-7444-815B-4E538613966F}" type="datetimeFigureOut">
              <a:rPr lang="en-US" smtClean="0"/>
              <a:t>2/21/24</a:t>
            </a:fld>
            <a:endParaRPr lang="en-US"/>
          </a:p>
        </p:txBody>
      </p:sp>
      <p:sp>
        <p:nvSpPr>
          <p:cNvPr id="8" name="Footer Placeholder 7">
            <a:extLst>
              <a:ext uri="{FF2B5EF4-FFF2-40B4-BE49-F238E27FC236}">
                <a16:creationId xmlns:a16="http://schemas.microsoft.com/office/drawing/2014/main" id="{8F31E45B-6370-3CFE-E512-62B94704BF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E1A01B6-7769-50AF-DEF2-6446A4A85A42}"/>
              </a:ext>
            </a:extLst>
          </p:cNvPr>
          <p:cNvSpPr>
            <a:spLocks noGrp="1"/>
          </p:cNvSpPr>
          <p:nvPr>
            <p:ph type="sldNum" sz="quarter" idx="12"/>
          </p:nvPr>
        </p:nvSpPr>
        <p:spPr/>
        <p:txBody>
          <a:bodyPr/>
          <a:lstStyle/>
          <a:p>
            <a:fld id="{D52C5049-EAE0-4848-A560-2492025FA4DC}" type="slidenum">
              <a:rPr lang="en-US" smtClean="0"/>
              <a:t>‹#›</a:t>
            </a:fld>
            <a:endParaRPr lang="en-US"/>
          </a:p>
        </p:txBody>
      </p:sp>
    </p:spTree>
    <p:extLst>
      <p:ext uri="{BB962C8B-B14F-4D97-AF65-F5344CB8AC3E}">
        <p14:creationId xmlns:p14="http://schemas.microsoft.com/office/powerpoint/2010/main" val="3078304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ACB99-54FD-5CC9-C014-6EC4400073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AAE41D-C388-5676-328D-9FDF928AB412}"/>
              </a:ext>
            </a:extLst>
          </p:cNvPr>
          <p:cNvSpPr>
            <a:spLocks noGrp="1"/>
          </p:cNvSpPr>
          <p:nvPr>
            <p:ph type="dt" sz="half" idx="10"/>
          </p:nvPr>
        </p:nvSpPr>
        <p:spPr/>
        <p:txBody>
          <a:bodyPr/>
          <a:lstStyle/>
          <a:p>
            <a:fld id="{DC97D5A1-7554-7444-815B-4E538613966F}" type="datetimeFigureOut">
              <a:rPr lang="en-US" smtClean="0"/>
              <a:t>2/21/24</a:t>
            </a:fld>
            <a:endParaRPr lang="en-US"/>
          </a:p>
        </p:txBody>
      </p:sp>
      <p:sp>
        <p:nvSpPr>
          <p:cNvPr id="4" name="Footer Placeholder 3">
            <a:extLst>
              <a:ext uri="{FF2B5EF4-FFF2-40B4-BE49-F238E27FC236}">
                <a16:creationId xmlns:a16="http://schemas.microsoft.com/office/drawing/2014/main" id="{9CBE2924-F191-4A00-5C3B-FD68796638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AAC6B6E-D96C-97BD-32CD-D90C0931664E}"/>
              </a:ext>
            </a:extLst>
          </p:cNvPr>
          <p:cNvSpPr>
            <a:spLocks noGrp="1"/>
          </p:cNvSpPr>
          <p:nvPr>
            <p:ph type="sldNum" sz="quarter" idx="12"/>
          </p:nvPr>
        </p:nvSpPr>
        <p:spPr/>
        <p:txBody>
          <a:bodyPr/>
          <a:lstStyle/>
          <a:p>
            <a:fld id="{D52C5049-EAE0-4848-A560-2492025FA4DC}" type="slidenum">
              <a:rPr lang="en-US" smtClean="0"/>
              <a:t>‹#›</a:t>
            </a:fld>
            <a:endParaRPr lang="en-US"/>
          </a:p>
        </p:txBody>
      </p:sp>
    </p:spTree>
    <p:extLst>
      <p:ext uri="{BB962C8B-B14F-4D97-AF65-F5344CB8AC3E}">
        <p14:creationId xmlns:p14="http://schemas.microsoft.com/office/powerpoint/2010/main" val="3485830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303D23-7345-27F3-8D28-F77F75CCEC42}"/>
              </a:ext>
            </a:extLst>
          </p:cNvPr>
          <p:cNvSpPr>
            <a:spLocks noGrp="1"/>
          </p:cNvSpPr>
          <p:nvPr>
            <p:ph type="dt" sz="half" idx="10"/>
          </p:nvPr>
        </p:nvSpPr>
        <p:spPr/>
        <p:txBody>
          <a:bodyPr/>
          <a:lstStyle/>
          <a:p>
            <a:fld id="{DC97D5A1-7554-7444-815B-4E538613966F}" type="datetimeFigureOut">
              <a:rPr lang="en-US" smtClean="0"/>
              <a:t>2/21/24</a:t>
            </a:fld>
            <a:endParaRPr lang="en-US"/>
          </a:p>
        </p:txBody>
      </p:sp>
      <p:sp>
        <p:nvSpPr>
          <p:cNvPr id="3" name="Footer Placeholder 2">
            <a:extLst>
              <a:ext uri="{FF2B5EF4-FFF2-40B4-BE49-F238E27FC236}">
                <a16:creationId xmlns:a16="http://schemas.microsoft.com/office/drawing/2014/main" id="{7A8702EC-72D1-3D1B-05DE-469A6F6A07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9CE147E-E892-7F7B-3A8A-2023F2712228}"/>
              </a:ext>
            </a:extLst>
          </p:cNvPr>
          <p:cNvSpPr>
            <a:spLocks noGrp="1"/>
          </p:cNvSpPr>
          <p:nvPr>
            <p:ph type="sldNum" sz="quarter" idx="12"/>
          </p:nvPr>
        </p:nvSpPr>
        <p:spPr/>
        <p:txBody>
          <a:bodyPr/>
          <a:lstStyle/>
          <a:p>
            <a:fld id="{D52C5049-EAE0-4848-A560-2492025FA4DC}" type="slidenum">
              <a:rPr lang="en-US" smtClean="0"/>
              <a:t>‹#›</a:t>
            </a:fld>
            <a:endParaRPr lang="en-US"/>
          </a:p>
        </p:txBody>
      </p:sp>
    </p:spTree>
    <p:extLst>
      <p:ext uri="{BB962C8B-B14F-4D97-AF65-F5344CB8AC3E}">
        <p14:creationId xmlns:p14="http://schemas.microsoft.com/office/powerpoint/2010/main" val="3461097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650C8-BAA5-24FE-91D5-A405D9E7F0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6AF030-C834-DBC1-BD97-ECF0F790D6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96DFCAB-51A0-A8D8-E69E-8F2BEF1AB5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6CCF0A-2C91-DDDF-C3CB-12105F70D91B}"/>
              </a:ext>
            </a:extLst>
          </p:cNvPr>
          <p:cNvSpPr>
            <a:spLocks noGrp="1"/>
          </p:cNvSpPr>
          <p:nvPr>
            <p:ph type="dt" sz="half" idx="10"/>
          </p:nvPr>
        </p:nvSpPr>
        <p:spPr/>
        <p:txBody>
          <a:bodyPr/>
          <a:lstStyle/>
          <a:p>
            <a:fld id="{DC97D5A1-7554-7444-815B-4E538613966F}" type="datetimeFigureOut">
              <a:rPr lang="en-US" smtClean="0"/>
              <a:t>2/21/24</a:t>
            </a:fld>
            <a:endParaRPr lang="en-US"/>
          </a:p>
        </p:txBody>
      </p:sp>
      <p:sp>
        <p:nvSpPr>
          <p:cNvPr id="6" name="Footer Placeholder 5">
            <a:extLst>
              <a:ext uri="{FF2B5EF4-FFF2-40B4-BE49-F238E27FC236}">
                <a16:creationId xmlns:a16="http://schemas.microsoft.com/office/drawing/2014/main" id="{4101F3E4-1A51-F871-0BDD-A9EE88975C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C2F9B9-983C-4D0F-3E26-BC2504CB012C}"/>
              </a:ext>
            </a:extLst>
          </p:cNvPr>
          <p:cNvSpPr>
            <a:spLocks noGrp="1"/>
          </p:cNvSpPr>
          <p:nvPr>
            <p:ph type="sldNum" sz="quarter" idx="12"/>
          </p:nvPr>
        </p:nvSpPr>
        <p:spPr/>
        <p:txBody>
          <a:bodyPr/>
          <a:lstStyle/>
          <a:p>
            <a:fld id="{D52C5049-EAE0-4848-A560-2492025FA4DC}" type="slidenum">
              <a:rPr lang="en-US" smtClean="0"/>
              <a:t>‹#›</a:t>
            </a:fld>
            <a:endParaRPr lang="en-US"/>
          </a:p>
        </p:txBody>
      </p:sp>
    </p:spTree>
    <p:extLst>
      <p:ext uri="{BB962C8B-B14F-4D97-AF65-F5344CB8AC3E}">
        <p14:creationId xmlns:p14="http://schemas.microsoft.com/office/powerpoint/2010/main" val="3458079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FACCE-834A-73AB-B596-EF1C6FF7E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8DD8BF7-0C82-4E56-D949-292C4A2AFD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01CF8C7-19EB-818A-1882-C0FA261200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CCC392-762A-21FE-958B-42DCC8921969}"/>
              </a:ext>
            </a:extLst>
          </p:cNvPr>
          <p:cNvSpPr>
            <a:spLocks noGrp="1"/>
          </p:cNvSpPr>
          <p:nvPr>
            <p:ph type="dt" sz="half" idx="10"/>
          </p:nvPr>
        </p:nvSpPr>
        <p:spPr/>
        <p:txBody>
          <a:bodyPr/>
          <a:lstStyle/>
          <a:p>
            <a:fld id="{DC97D5A1-7554-7444-815B-4E538613966F}" type="datetimeFigureOut">
              <a:rPr lang="en-US" smtClean="0"/>
              <a:t>2/21/24</a:t>
            </a:fld>
            <a:endParaRPr lang="en-US"/>
          </a:p>
        </p:txBody>
      </p:sp>
      <p:sp>
        <p:nvSpPr>
          <p:cNvPr id="6" name="Footer Placeholder 5">
            <a:extLst>
              <a:ext uri="{FF2B5EF4-FFF2-40B4-BE49-F238E27FC236}">
                <a16:creationId xmlns:a16="http://schemas.microsoft.com/office/drawing/2014/main" id="{8839DE3C-D3FD-0B55-0260-01027D859B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91A2A1-5AC5-1C6E-7A4E-EAB36EF48520}"/>
              </a:ext>
            </a:extLst>
          </p:cNvPr>
          <p:cNvSpPr>
            <a:spLocks noGrp="1"/>
          </p:cNvSpPr>
          <p:nvPr>
            <p:ph type="sldNum" sz="quarter" idx="12"/>
          </p:nvPr>
        </p:nvSpPr>
        <p:spPr/>
        <p:txBody>
          <a:bodyPr/>
          <a:lstStyle/>
          <a:p>
            <a:fld id="{D52C5049-EAE0-4848-A560-2492025FA4DC}" type="slidenum">
              <a:rPr lang="en-US" smtClean="0"/>
              <a:t>‹#›</a:t>
            </a:fld>
            <a:endParaRPr lang="en-US"/>
          </a:p>
        </p:txBody>
      </p:sp>
    </p:spTree>
    <p:extLst>
      <p:ext uri="{BB962C8B-B14F-4D97-AF65-F5344CB8AC3E}">
        <p14:creationId xmlns:p14="http://schemas.microsoft.com/office/powerpoint/2010/main" val="3895454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2B255-C56A-2781-33AD-667DCF99786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D93E8CA-0DE1-B309-82A6-4329295006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75057E-6A11-4C06-0017-82BCE5496E25}"/>
              </a:ext>
            </a:extLst>
          </p:cNvPr>
          <p:cNvSpPr>
            <a:spLocks noGrp="1"/>
          </p:cNvSpPr>
          <p:nvPr>
            <p:ph type="dt" sz="half" idx="10"/>
          </p:nvPr>
        </p:nvSpPr>
        <p:spPr/>
        <p:txBody>
          <a:bodyPr/>
          <a:lstStyle/>
          <a:p>
            <a:fld id="{DC97D5A1-7554-7444-815B-4E538613966F}" type="datetimeFigureOut">
              <a:rPr lang="en-US" smtClean="0"/>
              <a:t>2/21/24</a:t>
            </a:fld>
            <a:endParaRPr lang="en-US"/>
          </a:p>
        </p:txBody>
      </p:sp>
      <p:sp>
        <p:nvSpPr>
          <p:cNvPr id="5" name="Footer Placeholder 4">
            <a:extLst>
              <a:ext uri="{FF2B5EF4-FFF2-40B4-BE49-F238E27FC236}">
                <a16:creationId xmlns:a16="http://schemas.microsoft.com/office/drawing/2014/main" id="{44EFD571-268E-ECBD-B54D-8D27C0D45D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6E3AC8-96AA-BD20-41F8-5940337E3CD6}"/>
              </a:ext>
            </a:extLst>
          </p:cNvPr>
          <p:cNvSpPr>
            <a:spLocks noGrp="1"/>
          </p:cNvSpPr>
          <p:nvPr>
            <p:ph type="sldNum" sz="quarter" idx="12"/>
          </p:nvPr>
        </p:nvSpPr>
        <p:spPr/>
        <p:txBody>
          <a:bodyPr/>
          <a:lstStyle/>
          <a:p>
            <a:fld id="{D52C5049-EAE0-4848-A560-2492025FA4DC}" type="slidenum">
              <a:rPr lang="en-US" smtClean="0"/>
              <a:t>‹#›</a:t>
            </a:fld>
            <a:endParaRPr lang="en-US"/>
          </a:p>
        </p:txBody>
      </p:sp>
    </p:spTree>
    <p:extLst>
      <p:ext uri="{BB962C8B-B14F-4D97-AF65-F5344CB8AC3E}">
        <p14:creationId xmlns:p14="http://schemas.microsoft.com/office/powerpoint/2010/main" val="646884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04B1DF-821F-83B6-2A33-9EA1D86E1F8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9079326-993D-74B7-5ABA-7B23D89B5E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45EC61-E982-7FD9-55D9-08064783AEEF}"/>
              </a:ext>
            </a:extLst>
          </p:cNvPr>
          <p:cNvSpPr>
            <a:spLocks noGrp="1"/>
          </p:cNvSpPr>
          <p:nvPr>
            <p:ph type="dt" sz="half" idx="10"/>
          </p:nvPr>
        </p:nvSpPr>
        <p:spPr/>
        <p:txBody>
          <a:bodyPr/>
          <a:lstStyle/>
          <a:p>
            <a:fld id="{DC97D5A1-7554-7444-815B-4E538613966F}" type="datetimeFigureOut">
              <a:rPr lang="en-US" smtClean="0"/>
              <a:t>2/21/24</a:t>
            </a:fld>
            <a:endParaRPr lang="en-US"/>
          </a:p>
        </p:txBody>
      </p:sp>
      <p:sp>
        <p:nvSpPr>
          <p:cNvPr id="5" name="Footer Placeholder 4">
            <a:extLst>
              <a:ext uri="{FF2B5EF4-FFF2-40B4-BE49-F238E27FC236}">
                <a16:creationId xmlns:a16="http://schemas.microsoft.com/office/drawing/2014/main" id="{E3B1162D-A79A-5EDE-0419-0BEAD9D6DA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3A8558-A5AC-1FE3-D626-61419106B462}"/>
              </a:ext>
            </a:extLst>
          </p:cNvPr>
          <p:cNvSpPr>
            <a:spLocks noGrp="1"/>
          </p:cNvSpPr>
          <p:nvPr>
            <p:ph type="sldNum" sz="quarter" idx="12"/>
          </p:nvPr>
        </p:nvSpPr>
        <p:spPr/>
        <p:txBody>
          <a:bodyPr/>
          <a:lstStyle/>
          <a:p>
            <a:fld id="{D52C5049-EAE0-4848-A560-2492025FA4DC}" type="slidenum">
              <a:rPr lang="en-US" smtClean="0"/>
              <a:t>‹#›</a:t>
            </a:fld>
            <a:endParaRPr lang="en-US"/>
          </a:p>
        </p:txBody>
      </p:sp>
    </p:spTree>
    <p:extLst>
      <p:ext uri="{BB962C8B-B14F-4D97-AF65-F5344CB8AC3E}">
        <p14:creationId xmlns:p14="http://schemas.microsoft.com/office/powerpoint/2010/main" val="2201233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A620D4-89C0-C06E-AFB7-B31DF28D9E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D6FDDC-281B-9941-19E7-F81BD081FF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02AC1F-F21F-0872-2BBF-166A93804A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97D5A1-7554-7444-815B-4E538613966F}" type="datetimeFigureOut">
              <a:rPr lang="en-US" smtClean="0"/>
              <a:t>2/21/24</a:t>
            </a:fld>
            <a:endParaRPr lang="en-US"/>
          </a:p>
        </p:txBody>
      </p:sp>
      <p:sp>
        <p:nvSpPr>
          <p:cNvPr id="5" name="Footer Placeholder 4">
            <a:extLst>
              <a:ext uri="{FF2B5EF4-FFF2-40B4-BE49-F238E27FC236}">
                <a16:creationId xmlns:a16="http://schemas.microsoft.com/office/drawing/2014/main" id="{E913393D-DD8B-FE1A-5215-34F37159C6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5D4F09-412B-1B93-CE48-C3E5FEE895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2C5049-EAE0-4848-A560-2492025FA4DC}" type="slidenum">
              <a:rPr lang="en-US" smtClean="0"/>
              <a:t>‹#›</a:t>
            </a:fld>
            <a:endParaRPr lang="en-US"/>
          </a:p>
        </p:txBody>
      </p:sp>
    </p:spTree>
    <p:extLst>
      <p:ext uri="{BB962C8B-B14F-4D97-AF65-F5344CB8AC3E}">
        <p14:creationId xmlns:p14="http://schemas.microsoft.com/office/powerpoint/2010/main" val="5451247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90.png"/><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7.png"/><Relationship Id="rId3" Type="http://schemas.openxmlformats.org/officeDocument/2006/relationships/image" Target="../media/image18.png"/><Relationship Id="rId7" Type="http://schemas.openxmlformats.org/officeDocument/2006/relationships/customXml" Target="../ink/ink2.xml"/><Relationship Id="rId12" Type="http://schemas.openxmlformats.org/officeDocument/2006/relationships/customXml" Target="../ink/ink4.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6.png"/><Relationship Id="rId5" Type="http://schemas.openxmlformats.org/officeDocument/2006/relationships/customXml" Target="../ink/ink1.xml"/><Relationship Id="rId15" Type="http://schemas.openxmlformats.org/officeDocument/2006/relationships/image" Target="../media/image28.png"/><Relationship Id="rId10" Type="http://schemas.openxmlformats.org/officeDocument/2006/relationships/customXml" Target="../ink/ink3.xml"/><Relationship Id="rId4" Type="http://schemas.openxmlformats.org/officeDocument/2006/relationships/image" Target="../media/image22.png"/><Relationship Id="rId9" Type="http://schemas.openxmlformats.org/officeDocument/2006/relationships/image" Target="../media/image25.png"/><Relationship Id="rId14" Type="http://schemas.openxmlformats.org/officeDocument/2006/relationships/customXml" Target="../ink/ink5.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216AC-ACF3-7833-D063-59AF422DE6A9}"/>
              </a:ext>
            </a:extLst>
          </p:cNvPr>
          <p:cNvSpPr>
            <a:spLocks noGrp="1"/>
          </p:cNvSpPr>
          <p:nvPr>
            <p:ph type="ctrTitle"/>
          </p:nvPr>
        </p:nvSpPr>
        <p:spPr/>
        <p:txBody>
          <a:bodyPr/>
          <a:lstStyle/>
          <a:p>
            <a:r>
              <a:rPr lang="en-US" dirty="0"/>
              <a:t>Monte Carlo Methods</a:t>
            </a:r>
          </a:p>
        </p:txBody>
      </p:sp>
      <p:sp>
        <p:nvSpPr>
          <p:cNvPr id="3" name="Subtitle 2">
            <a:extLst>
              <a:ext uri="{FF2B5EF4-FFF2-40B4-BE49-F238E27FC236}">
                <a16:creationId xmlns:a16="http://schemas.microsoft.com/office/drawing/2014/main" id="{F423A1A0-2B72-1718-3F2F-1D57FC218A5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18755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n-US"/>
              <a:t>Monte Carlo methods</a:t>
            </a:r>
          </a:p>
        </p:txBody>
      </p:sp>
      <mc:AlternateContent xmlns:mc="http://schemas.openxmlformats.org/markup-compatibility/2006">
        <mc:Choice xmlns:a14="http://schemas.microsoft.com/office/drawing/2010/main" Requires="a14">
          <p:sp>
            <p:nvSpPr>
              <p:cNvPr id="63491" name="Rectangle 3"/>
              <p:cNvSpPr>
                <a:spLocks noGrp="1" noChangeArrowheads="1"/>
              </p:cNvSpPr>
              <p:nvPr>
                <p:ph type="body" idx="1"/>
              </p:nvPr>
            </p:nvSpPr>
            <p:spPr/>
            <p:txBody>
              <a:bodyPr>
                <a:normAutofit fontScale="85000" lnSpcReduction="10000"/>
              </a:bodyPr>
              <a:lstStyle/>
              <a:p>
                <a:pPr eaLnBrk="1" hangingPunct="1"/>
                <a:r>
                  <a:rPr lang="en-US" dirty="0"/>
                  <a:t>Monte Carlo methods require only experience—sample sequences of states, actions, and rewards from actual or simulated interaction with an environment. </a:t>
                </a:r>
              </a:p>
              <a:p>
                <a:pPr eaLnBrk="1" hangingPunct="1"/>
                <a:r>
                  <a:rPr lang="en-US" dirty="0"/>
                  <a:t>Learning from actual experience requires no prior knowledge of the environment’s dynamics (dynamics </a:t>
                </a:r>
                <a14:m>
                  <m:oMath xmlns:m="http://schemas.openxmlformats.org/officeDocument/2006/math">
                    <m:r>
                      <a:rPr lang="en-US" b="0" i="1" smtClean="0">
                        <a:latin typeface="Cambria Math" panose="02040503050406030204" pitchFamily="18" charset="0"/>
                      </a:rPr>
                      <m:t>≡ </m:t>
                    </m:r>
                  </m:oMath>
                </a14:m>
                <a:r>
                  <a:rPr lang="en-US" dirty="0"/>
                  <a:t>all the probabilities), yet can still attain optimal behavior. </a:t>
                </a:r>
              </a:p>
              <a:p>
                <a:pPr eaLnBrk="1" hangingPunct="1"/>
                <a:r>
                  <a:rPr lang="en-US" dirty="0"/>
                  <a:t>Learning from simulated experience is very powerful. </a:t>
                </a:r>
              </a:p>
              <a:p>
                <a:pPr eaLnBrk="1" hangingPunct="1"/>
                <a:r>
                  <a:rPr lang="en-US" dirty="0"/>
                  <a:t>Although a model ( </a:t>
                </a:r>
                <a14:m>
                  <m:oMath xmlns:m="http://schemas.openxmlformats.org/officeDocument/2006/math">
                    <m:r>
                      <a:rPr lang="en-US" b="0" i="1" smtClean="0">
                        <a:latin typeface="Cambria Math" panose="02040503050406030204" pitchFamily="18" charset="0"/>
                      </a:rPr>
                      <m:t>≡ </m:t>
                    </m:r>
                  </m:oMath>
                </a14:m>
                <a:r>
                  <a:rPr lang="en-US" dirty="0"/>
                  <a:t>MDP Dynamics) is required, the model need only generate sample transitions, not the complete probability distributions of all possible transitions that is required for dynamic programming (DP), which we didn’t discuss in class. </a:t>
                </a:r>
              </a:p>
              <a:p>
                <a:pPr eaLnBrk="1" hangingPunct="1"/>
                <a:r>
                  <a:rPr lang="en-US" dirty="0"/>
                  <a:t>In many cases it is easy to generate experience sampled according to the desired probability distributions, but infeasible to obtain the distributions in explicit form.</a:t>
                </a:r>
              </a:p>
              <a:p>
                <a:pPr eaLnBrk="1" hangingPunct="1"/>
                <a:endParaRPr lang="en-US" dirty="0"/>
              </a:p>
            </p:txBody>
          </p:sp>
        </mc:Choice>
        <mc:Fallback>
          <p:sp>
            <p:nvSpPr>
              <p:cNvPr id="63491" name="Rectangle 3"/>
              <p:cNvSpPr>
                <a:spLocks noGrp="1" noRot="1" noChangeAspect="1" noMove="1" noResize="1" noEditPoints="1" noAdjustHandles="1" noChangeArrowheads="1" noChangeShapeType="1" noTextEdit="1"/>
              </p:cNvSpPr>
              <p:nvPr>
                <p:ph type="body" idx="1"/>
              </p:nvPr>
            </p:nvSpPr>
            <p:spPr>
              <a:blipFill>
                <a:blip r:embed="rId3"/>
                <a:stretch>
                  <a:fillRect l="-844" t="-2616" r="-483"/>
                </a:stretch>
              </a:blipFill>
            </p:spPr>
            <p:txBody>
              <a:bodyPr/>
              <a:lstStyle/>
              <a:p>
                <a:r>
                  <a:rPr lang="en-US">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n-US"/>
              <a:t>Monte Carlo methods</a:t>
            </a:r>
          </a:p>
        </p:txBody>
      </p:sp>
      <p:sp>
        <p:nvSpPr>
          <p:cNvPr id="63491" name="Rectangle 3"/>
          <p:cNvSpPr>
            <a:spLocks noGrp="1" noChangeArrowheads="1"/>
          </p:cNvSpPr>
          <p:nvPr>
            <p:ph type="body" idx="1"/>
          </p:nvPr>
        </p:nvSpPr>
        <p:spPr/>
        <p:txBody>
          <a:bodyPr>
            <a:normAutofit fontScale="92500" lnSpcReduction="10000"/>
          </a:bodyPr>
          <a:lstStyle/>
          <a:p>
            <a:r>
              <a:rPr lang="en-US" sz="3200" dirty="0">
                <a:effectLst/>
                <a:latin typeface="CMR10"/>
              </a:rPr>
              <a:t>Monte Carlo methods solve the reinforcement learning problem based on averaging sample returns. </a:t>
            </a:r>
          </a:p>
          <a:p>
            <a:r>
              <a:rPr lang="en-US" sz="3200" dirty="0">
                <a:effectLst/>
                <a:latin typeface="CMR10"/>
              </a:rPr>
              <a:t>Monte Carlo methods are used only for episodic tasks. </a:t>
            </a:r>
          </a:p>
          <a:p>
            <a:r>
              <a:rPr lang="en-US" sz="3200" dirty="0">
                <a:latin typeface="CMR10"/>
              </a:rPr>
              <a:t>E</a:t>
            </a:r>
            <a:r>
              <a:rPr lang="en-US" sz="3200" dirty="0">
                <a:effectLst/>
                <a:latin typeface="CMR10"/>
              </a:rPr>
              <a:t>xperience is divided into episodes, and that all episodes eventually terminate no matter what action sequences are selected. Some episodes may be short, some others may be long. </a:t>
            </a:r>
          </a:p>
          <a:p>
            <a:r>
              <a:rPr lang="en-US" sz="3200" dirty="0">
                <a:effectLst/>
                <a:latin typeface="CMR10"/>
              </a:rPr>
              <a:t>Only on the completion of an episode are value estimates and policies changed. </a:t>
            </a:r>
          </a:p>
          <a:p>
            <a:r>
              <a:rPr lang="en-US" sz="3200" dirty="0">
                <a:effectLst/>
                <a:latin typeface="CMR10"/>
              </a:rPr>
              <a:t>Monte Carlo methods </a:t>
            </a:r>
            <a:r>
              <a:rPr lang="en-US" sz="3200" dirty="0">
                <a:latin typeface="CMR10"/>
              </a:rPr>
              <a:t>are </a:t>
            </a:r>
            <a:r>
              <a:rPr lang="en-US" sz="3200" dirty="0">
                <a:effectLst/>
                <a:latin typeface="CMR10"/>
              </a:rPr>
              <a:t>incremental in an episode-by-episode sense. </a:t>
            </a:r>
            <a:endParaRPr lang="en-US" sz="3200" dirty="0"/>
          </a:p>
          <a:p>
            <a:pPr eaLnBrk="1" hangingPunct="1"/>
            <a:endParaRPr lang="en-US" dirty="0"/>
          </a:p>
        </p:txBody>
      </p:sp>
    </p:spTree>
    <p:extLst>
      <p:ext uri="{BB962C8B-B14F-4D97-AF65-F5344CB8AC3E}">
        <p14:creationId xmlns:p14="http://schemas.microsoft.com/office/powerpoint/2010/main" val="50141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Line 18"/>
          <p:cNvSpPr>
            <a:spLocks noChangeShapeType="1"/>
          </p:cNvSpPr>
          <p:nvPr/>
        </p:nvSpPr>
        <p:spPr bwMode="auto">
          <a:xfrm>
            <a:off x="2397125" y="4006850"/>
            <a:ext cx="5867400" cy="0"/>
          </a:xfrm>
          <a:prstGeom prst="line">
            <a:avLst/>
          </a:prstGeom>
          <a:noFill/>
          <a:ln w="28575">
            <a:solidFill>
              <a:schemeClr val="tx1"/>
            </a:solidFill>
            <a:round/>
            <a:headEnd/>
            <a:tailEnd/>
          </a:ln>
        </p:spPr>
        <p:txBody>
          <a:bodyPr>
            <a:prstTxWarp prst="textNoShape">
              <a:avLst/>
            </a:prstTxWarp>
          </a:bodyPr>
          <a:lstStyle/>
          <a:p>
            <a:endParaRPr lang="en-US"/>
          </a:p>
        </p:txBody>
      </p:sp>
      <mc:AlternateContent xmlns:mc="http://schemas.openxmlformats.org/markup-compatibility/2006" xmlns:a14="http://schemas.microsoft.com/office/drawing/2010/main">
        <mc:Choice Requires="a14">
          <p:sp>
            <p:nvSpPr>
              <p:cNvPr id="65539" name="Rectangle 2"/>
              <p:cNvSpPr>
                <a:spLocks noGrp="1" noChangeArrowheads="1"/>
              </p:cNvSpPr>
              <p:nvPr>
                <p:ph type="title"/>
              </p:nvPr>
            </p:nvSpPr>
            <p:spPr/>
            <p:txBody>
              <a:bodyPr/>
              <a:lstStyle/>
              <a:p>
                <a:pPr eaLnBrk="1" hangingPunct="1"/>
                <a:r>
                  <a:rPr lang="en-US" dirty="0"/>
                  <a:t>Monte Carlo Estimate of </a:t>
                </a:r>
                <a14:m>
                  <m:oMath xmlns:m="http://schemas.openxmlformats.org/officeDocument/2006/math">
                    <m:r>
                      <a:rPr lang="en-US" b="0" i="1" smtClean="0">
                        <a:latin typeface="Cambria Math" panose="02040503050406030204" pitchFamily="18" charset="0"/>
                      </a:rPr>
                      <m:t>𝑉</m:t>
                    </m:r>
                  </m:oMath>
                </a14:m>
                <a:r>
                  <a:rPr lang="en-US" dirty="0"/>
                  <a:t>: Given Policy </a:t>
                </a:r>
                <a14:m>
                  <m:oMath xmlns:m="http://schemas.openxmlformats.org/officeDocument/2006/math">
                    <m:r>
                      <a:rPr lang="en-US" b="0" i="1" smtClean="0">
                        <a:latin typeface="Cambria Math" panose="02040503050406030204" pitchFamily="18" charset="0"/>
                      </a:rPr>
                      <m:t>𝜋</m:t>
                    </m:r>
                  </m:oMath>
                </a14:m>
                <a:endParaRPr lang="en-US" dirty="0"/>
              </a:p>
            </p:txBody>
          </p:sp>
        </mc:Choice>
        <mc:Fallback xmlns="">
          <p:sp>
            <p:nvSpPr>
              <p:cNvPr id="65539" name="Rectangle 2"/>
              <p:cNvSpPr>
                <a:spLocks noGrp="1" noRot="1" noChangeAspect="1" noMove="1" noResize="1" noEditPoints="1" noAdjustHandles="1" noChangeArrowheads="1" noChangeShapeType="1" noTextEdit="1"/>
              </p:cNvSpPr>
              <p:nvPr>
                <p:ph type="title"/>
              </p:nvPr>
            </p:nvSpPr>
            <p:spPr>
              <a:blipFill>
                <a:blip r:embed="rId3"/>
                <a:stretch>
                  <a:fillRect l="-2413"/>
                </a:stretch>
              </a:blipFill>
            </p:spPr>
            <p:txBody>
              <a:bodyPr/>
              <a:lstStyle/>
              <a:p>
                <a:r>
                  <a:rPr lang="en-US">
                    <a:noFill/>
                  </a:rPr>
                  <a:t> </a:t>
                </a:r>
              </a:p>
            </p:txBody>
          </p:sp>
        </mc:Fallback>
      </mc:AlternateContent>
      <p:sp>
        <p:nvSpPr>
          <p:cNvPr id="65540" name="Rectangle 3"/>
          <p:cNvSpPr>
            <a:spLocks noGrp="1" noChangeArrowheads="1"/>
          </p:cNvSpPr>
          <p:nvPr>
            <p:ph type="body" idx="1"/>
          </p:nvPr>
        </p:nvSpPr>
        <p:spPr>
          <a:xfrm>
            <a:off x="838200" y="1498359"/>
            <a:ext cx="10876722" cy="4772025"/>
          </a:xfrm>
        </p:spPr>
        <p:txBody>
          <a:bodyPr/>
          <a:lstStyle/>
          <a:p>
            <a:pPr eaLnBrk="1" hangingPunct="1"/>
            <a:r>
              <a:rPr lang="en-US" dirty="0"/>
              <a:t>Want to estimate V</a:t>
            </a:r>
            <a:r>
              <a:rPr lang="en-US" baseline="30000" dirty="0">
                <a:latin typeface="Symbol" pitchFamily="-109" charset="2"/>
                <a:sym typeface="Symbol" pitchFamily="-109" charset="2"/>
              </a:rPr>
              <a:t></a:t>
            </a:r>
            <a:r>
              <a:rPr lang="en-US" dirty="0"/>
              <a:t>(s)</a:t>
            </a:r>
          </a:p>
          <a:p>
            <a:pPr lvl="1"/>
            <a:r>
              <a:rPr lang="en-US" dirty="0"/>
              <a:t>expected return starting from s and following </a:t>
            </a:r>
            <a:r>
              <a:rPr lang="en-US" dirty="0">
                <a:latin typeface="Symbol" pitchFamily="-109" charset="2"/>
                <a:sym typeface="Symbol" pitchFamily="-109" charset="2"/>
              </a:rPr>
              <a:t></a:t>
            </a:r>
            <a:endParaRPr lang="en-US" dirty="0"/>
          </a:p>
          <a:p>
            <a:pPr lvl="1" eaLnBrk="1" hangingPunct="1"/>
            <a:r>
              <a:rPr lang="en-US" dirty="0">
                <a:sym typeface="Symbol" pitchFamily="-109" charset="2"/>
              </a:rPr>
              <a:t>estimate as average of observed returns in state s</a:t>
            </a:r>
          </a:p>
          <a:p>
            <a:pPr eaLnBrk="1" hangingPunct="1"/>
            <a:r>
              <a:rPr lang="en-US" dirty="0">
                <a:sym typeface="Symbol" pitchFamily="-109" charset="2"/>
              </a:rPr>
              <a:t>First-visit MC</a:t>
            </a:r>
          </a:p>
          <a:p>
            <a:pPr lvl="1" eaLnBrk="1" hangingPunct="1"/>
            <a:r>
              <a:rPr lang="en-US" dirty="0">
                <a:sym typeface="Symbol" pitchFamily="-109" charset="2"/>
              </a:rPr>
              <a:t>average returns following the first visit to state s</a:t>
            </a:r>
          </a:p>
          <a:p>
            <a:pPr lvl="1" eaLnBrk="1" hangingPunct="1"/>
            <a:endParaRPr lang="en-US" dirty="0">
              <a:sym typeface="Symbol" pitchFamily="-109" charset="2"/>
            </a:endParaRPr>
          </a:p>
        </p:txBody>
      </p:sp>
      <p:sp>
        <p:nvSpPr>
          <p:cNvPr id="65541" name="Oval 5"/>
          <p:cNvSpPr>
            <a:spLocks noChangeArrowheads="1"/>
          </p:cNvSpPr>
          <p:nvPr/>
        </p:nvSpPr>
        <p:spPr bwMode="auto">
          <a:xfrm>
            <a:off x="2320925" y="3930650"/>
            <a:ext cx="152400" cy="152400"/>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542" name="Oval 6"/>
          <p:cNvSpPr>
            <a:spLocks noChangeArrowheads="1"/>
          </p:cNvSpPr>
          <p:nvPr/>
        </p:nvSpPr>
        <p:spPr bwMode="auto">
          <a:xfrm>
            <a:off x="2709864" y="3951289"/>
            <a:ext cx="109537" cy="109537"/>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543" name="Oval 7"/>
          <p:cNvSpPr>
            <a:spLocks noChangeArrowheads="1"/>
          </p:cNvSpPr>
          <p:nvPr/>
        </p:nvSpPr>
        <p:spPr bwMode="auto">
          <a:xfrm>
            <a:off x="3055938" y="3930650"/>
            <a:ext cx="152400" cy="152400"/>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544" name="Oval 8"/>
          <p:cNvSpPr>
            <a:spLocks noChangeArrowheads="1"/>
          </p:cNvSpPr>
          <p:nvPr/>
        </p:nvSpPr>
        <p:spPr bwMode="auto">
          <a:xfrm>
            <a:off x="3792538" y="3930650"/>
            <a:ext cx="152400" cy="152400"/>
          </a:xfrm>
          <a:prstGeom prst="ellipse">
            <a:avLst/>
          </a:prstGeom>
          <a:solidFill>
            <a:srgbClr val="800000"/>
          </a:solidFill>
          <a:ln w="9525">
            <a:solidFill>
              <a:srgbClr val="800000"/>
            </a:solidFill>
            <a:round/>
            <a:headEnd/>
            <a:tailEnd/>
          </a:ln>
        </p:spPr>
        <p:txBody>
          <a:bodyPr wrap="none" anchor="ctr">
            <a:prstTxWarp prst="textNoShape">
              <a:avLst/>
            </a:prstTxWarp>
          </a:bodyPr>
          <a:lstStyle/>
          <a:p>
            <a:endParaRPr lang="en-US"/>
          </a:p>
        </p:txBody>
      </p:sp>
      <p:sp>
        <p:nvSpPr>
          <p:cNvPr id="65545" name="Oval 9"/>
          <p:cNvSpPr>
            <a:spLocks noChangeArrowheads="1"/>
          </p:cNvSpPr>
          <p:nvPr/>
        </p:nvSpPr>
        <p:spPr bwMode="auto">
          <a:xfrm>
            <a:off x="3444875" y="3952875"/>
            <a:ext cx="109538" cy="109538"/>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546" name="Oval 10"/>
          <p:cNvSpPr>
            <a:spLocks noChangeArrowheads="1"/>
          </p:cNvSpPr>
          <p:nvPr/>
        </p:nvSpPr>
        <p:spPr bwMode="auto">
          <a:xfrm>
            <a:off x="4527550" y="3930650"/>
            <a:ext cx="152400" cy="152400"/>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547" name="Oval 11"/>
          <p:cNvSpPr>
            <a:spLocks noChangeArrowheads="1"/>
          </p:cNvSpPr>
          <p:nvPr/>
        </p:nvSpPr>
        <p:spPr bwMode="auto">
          <a:xfrm>
            <a:off x="4181475" y="3952875"/>
            <a:ext cx="109538" cy="109538"/>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548" name="Oval 12"/>
          <p:cNvSpPr>
            <a:spLocks noChangeArrowheads="1"/>
          </p:cNvSpPr>
          <p:nvPr/>
        </p:nvSpPr>
        <p:spPr bwMode="auto">
          <a:xfrm>
            <a:off x="5264150" y="3930650"/>
            <a:ext cx="152400" cy="152400"/>
          </a:xfrm>
          <a:prstGeom prst="ellipse">
            <a:avLst/>
          </a:prstGeom>
          <a:solidFill>
            <a:srgbClr val="800000"/>
          </a:solidFill>
          <a:ln w="9525">
            <a:solidFill>
              <a:srgbClr val="800000"/>
            </a:solidFill>
            <a:round/>
            <a:headEnd/>
            <a:tailEnd/>
          </a:ln>
        </p:spPr>
        <p:txBody>
          <a:bodyPr wrap="none" anchor="ctr">
            <a:prstTxWarp prst="textNoShape">
              <a:avLst/>
            </a:prstTxWarp>
          </a:bodyPr>
          <a:lstStyle/>
          <a:p>
            <a:endParaRPr lang="en-US"/>
          </a:p>
        </p:txBody>
      </p:sp>
      <p:sp>
        <p:nvSpPr>
          <p:cNvPr id="65549" name="Oval 13"/>
          <p:cNvSpPr>
            <a:spLocks noChangeArrowheads="1"/>
          </p:cNvSpPr>
          <p:nvPr/>
        </p:nvSpPr>
        <p:spPr bwMode="auto">
          <a:xfrm>
            <a:off x="4916489" y="3952875"/>
            <a:ext cx="109537" cy="109538"/>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550" name="Oval 14"/>
          <p:cNvSpPr>
            <a:spLocks noChangeArrowheads="1"/>
          </p:cNvSpPr>
          <p:nvPr/>
        </p:nvSpPr>
        <p:spPr bwMode="auto">
          <a:xfrm>
            <a:off x="5999163" y="3930650"/>
            <a:ext cx="152400" cy="152400"/>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551" name="Oval 15"/>
          <p:cNvSpPr>
            <a:spLocks noChangeArrowheads="1"/>
          </p:cNvSpPr>
          <p:nvPr/>
        </p:nvSpPr>
        <p:spPr bwMode="auto">
          <a:xfrm>
            <a:off x="5653089" y="3952875"/>
            <a:ext cx="109537" cy="109538"/>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552" name="Oval 16"/>
          <p:cNvSpPr>
            <a:spLocks noChangeArrowheads="1"/>
          </p:cNvSpPr>
          <p:nvPr/>
        </p:nvSpPr>
        <p:spPr bwMode="auto">
          <a:xfrm>
            <a:off x="6735763" y="3930650"/>
            <a:ext cx="152400" cy="152400"/>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553" name="Oval 17"/>
          <p:cNvSpPr>
            <a:spLocks noChangeArrowheads="1"/>
          </p:cNvSpPr>
          <p:nvPr/>
        </p:nvSpPr>
        <p:spPr bwMode="auto">
          <a:xfrm>
            <a:off x="6388100" y="3952875"/>
            <a:ext cx="109538" cy="109538"/>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554" name="Text Box 20"/>
          <p:cNvSpPr txBox="1">
            <a:spLocks noChangeArrowheads="1"/>
          </p:cNvSpPr>
          <p:nvPr/>
        </p:nvSpPr>
        <p:spPr bwMode="auto">
          <a:xfrm>
            <a:off x="1981200" y="3822700"/>
            <a:ext cx="357790" cy="369332"/>
          </a:xfrm>
          <a:prstGeom prst="rect">
            <a:avLst/>
          </a:prstGeom>
          <a:noFill/>
          <a:ln w="9525">
            <a:noFill/>
            <a:miter lim="800000"/>
            <a:headEnd/>
            <a:tailEnd/>
          </a:ln>
        </p:spPr>
        <p:txBody>
          <a:bodyPr wrap="none">
            <a:prstTxWarp prst="textNoShape">
              <a:avLst/>
            </a:prstTxWarp>
            <a:spAutoFit/>
          </a:bodyPr>
          <a:lstStyle/>
          <a:p>
            <a:r>
              <a:rPr lang="en-US">
                <a:latin typeface="Trebuchet MS" pitchFamily="-109" charset="0"/>
              </a:rPr>
              <a:t>s</a:t>
            </a:r>
            <a:r>
              <a:rPr lang="en-US" baseline="-25000">
                <a:latin typeface="Trebuchet MS" pitchFamily="-109" charset="0"/>
              </a:rPr>
              <a:t>0</a:t>
            </a:r>
          </a:p>
        </p:txBody>
      </p:sp>
      <p:sp>
        <p:nvSpPr>
          <p:cNvPr id="65555" name="Text Box 21"/>
          <p:cNvSpPr txBox="1">
            <a:spLocks noChangeArrowheads="1"/>
          </p:cNvSpPr>
          <p:nvPr/>
        </p:nvSpPr>
        <p:spPr bwMode="auto">
          <a:xfrm>
            <a:off x="3749675" y="3594100"/>
            <a:ext cx="277640" cy="369332"/>
          </a:xfrm>
          <a:prstGeom prst="rect">
            <a:avLst/>
          </a:prstGeom>
          <a:noFill/>
          <a:ln w="9525">
            <a:noFill/>
            <a:miter lim="800000"/>
            <a:headEnd/>
            <a:tailEnd/>
          </a:ln>
        </p:spPr>
        <p:txBody>
          <a:bodyPr wrap="none">
            <a:prstTxWarp prst="textNoShape">
              <a:avLst/>
            </a:prstTxWarp>
            <a:spAutoFit/>
          </a:bodyPr>
          <a:lstStyle/>
          <a:p>
            <a:r>
              <a:rPr lang="en-US">
                <a:latin typeface="Trebuchet MS" pitchFamily="-109" charset="0"/>
              </a:rPr>
              <a:t>s</a:t>
            </a:r>
            <a:endParaRPr lang="en-US" baseline="-25000">
              <a:latin typeface="Trebuchet MS" pitchFamily="-109" charset="0"/>
            </a:endParaRPr>
          </a:p>
        </p:txBody>
      </p:sp>
      <p:sp>
        <p:nvSpPr>
          <p:cNvPr id="65556" name="Text Box 22"/>
          <p:cNvSpPr txBox="1">
            <a:spLocks noChangeArrowheads="1"/>
          </p:cNvSpPr>
          <p:nvPr/>
        </p:nvSpPr>
        <p:spPr bwMode="auto">
          <a:xfrm>
            <a:off x="5216525" y="3594100"/>
            <a:ext cx="277640" cy="369332"/>
          </a:xfrm>
          <a:prstGeom prst="rect">
            <a:avLst/>
          </a:prstGeom>
          <a:noFill/>
          <a:ln w="9525">
            <a:noFill/>
            <a:miter lim="800000"/>
            <a:headEnd/>
            <a:tailEnd/>
          </a:ln>
        </p:spPr>
        <p:txBody>
          <a:bodyPr wrap="none">
            <a:prstTxWarp prst="textNoShape">
              <a:avLst/>
            </a:prstTxWarp>
            <a:spAutoFit/>
          </a:bodyPr>
          <a:lstStyle/>
          <a:p>
            <a:r>
              <a:rPr lang="en-US">
                <a:latin typeface="Trebuchet MS" pitchFamily="-109" charset="0"/>
              </a:rPr>
              <a:t>s</a:t>
            </a:r>
            <a:endParaRPr lang="en-US" baseline="-25000">
              <a:latin typeface="Trebuchet MS" pitchFamily="-109" charset="0"/>
            </a:endParaRPr>
          </a:p>
        </p:txBody>
      </p:sp>
      <p:sp>
        <p:nvSpPr>
          <p:cNvPr id="65557" name="Oval 23"/>
          <p:cNvSpPr>
            <a:spLocks noChangeArrowheads="1"/>
          </p:cNvSpPr>
          <p:nvPr/>
        </p:nvSpPr>
        <p:spPr bwMode="auto">
          <a:xfrm>
            <a:off x="7470775" y="3930650"/>
            <a:ext cx="152400" cy="152400"/>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558" name="Oval 24"/>
          <p:cNvSpPr>
            <a:spLocks noChangeArrowheads="1"/>
          </p:cNvSpPr>
          <p:nvPr/>
        </p:nvSpPr>
        <p:spPr bwMode="auto">
          <a:xfrm>
            <a:off x="7124700" y="3952875"/>
            <a:ext cx="109538" cy="109538"/>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559" name="Oval 26"/>
          <p:cNvSpPr>
            <a:spLocks noChangeArrowheads="1"/>
          </p:cNvSpPr>
          <p:nvPr/>
        </p:nvSpPr>
        <p:spPr bwMode="auto">
          <a:xfrm>
            <a:off x="7859714" y="3952875"/>
            <a:ext cx="109537" cy="109538"/>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560" name="Text Box 27"/>
          <p:cNvSpPr txBox="1">
            <a:spLocks noChangeArrowheads="1"/>
          </p:cNvSpPr>
          <p:nvPr/>
        </p:nvSpPr>
        <p:spPr bwMode="auto">
          <a:xfrm>
            <a:off x="4133850" y="4006850"/>
            <a:ext cx="428322" cy="369332"/>
          </a:xfrm>
          <a:prstGeom prst="rect">
            <a:avLst/>
          </a:prstGeom>
          <a:noFill/>
          <a:ln w="9525">
            <a:noFill/>
            <a:miter lim="800000"/>
            <a:headEnd/>
            <a:tailEnd/>
          </a:ln>
        </p:spPr>
        <p:txBody>
          <a:bodyPr wrap="none">
            <a:prstTxWarp prst="textNoShape">
              <a:avLst/>
            </a:prstTxWarp>
            <a:spAutoFit/>
          </a:bodyPr>
          <a:lstStyle/>
          <a:p>
            <a:r>
              <a:rPr lang="en-US">
                <a:latin typeface="Trebuchet MS" pitchFamily="-109" charset="0"/>
              </a:rPr>
              <a:t>+1</a:t>
            </a:r>
            <a:endParaRPr lang="en-US" baseline="-25000">
              <a:latin typeface="Trebuchet MS" pitchFamily="-109" charset="0"/>
            </a:endParaRPr>
          </a:p>
        </p:txBody>
      </p:sp>
      <p:sp>
        <p:nvSpPr>
          <p:cNvPr id="65561" name="Text Box 28"/>
          <p:cNvSpPr txBox="1">
            <a:spLocks noChangeArrowheads="1"/>
          </p:cNvSpPr>
          <p:nvPr/>
        </p:nvSpPr>
        <p:spPr bwMode="auto">
          <a:xfrm>
            <a:off x="4870450" y="4006850"/>
            <a:ext cx="391454" cy="369332"/>
          </a:xfrm>
          <a:prstGeom prst="rect">
            <a:avLst/>
          </a:prstGeom>
          <a:noFill/>
          <a:ln w="9525">
            <a:noFill/>
            <a:miter lim="800000"/>
            <a:headEnd/>
            <a:tailEnd/>
          </a:ln>
        </p:spPr>
        <p:txBody>
          <a:bodyPr wrap="none">
            <a:prstTxWarp prst="textNoShape">
              <a:avLst/>
            </a:prstTxWarp>
            <a:spAutoFit/>
          </a:bodyPr>
          <a:lstStyle/>
          <a:p>
            <a:r>
              <a:rPr lang="en-US">
                <a:latin typeface="Trebuchet MS" pitchFamily="-109" charset="0"/>
              </a:rPr>
              <a:t>-2</a:t>
            </a:r>
            <a:endParaRPr lang="en-US" baseline="-25000">
              <a:latin typeface="Trebuchet MS" pitchFamily="-109" charset="0"/>
            </a:endParaRPr>
          </a:p>
        </p:txBody>
      </p:sp>
      <p:sp>
        <p:nvSpPr>
          <p:cNvPr id="65562" name="Text Box 29"/>
          <p:cNvSpPr txBox="1">
            <a:spLocks noChangeArrowheads="1"/>
          </p:cNvSpPr>
          <p:nvPr/>
        </p:nvSpPr>
        <p:spPr bwMode="auto">
          <a:xfrm>
            <a:off x="5608638" y="4006850"/>
            <a:ext cx="306494" cy="369332"/>
          </a:xfrm>
          <a:prstGeom prst="rect">
            <a:avLst/>
          </a:prstGeom>
          <a:noFill/>
          <a:ln w="9525">
            <a:noFill/>
            <a:miter lim="800000"/>
            <a:headEnd/>
            <a:tailEnd/>
          </a:ln>
        </p:spPr>
        <p:txBody>
          <a:bodyPr wrap="none">
            <a:prstTxWarp prst="textNoShape">
              <a:avLst/>
            </a:prstTxWarp>
            <a:spAutoFit/>
          </a:bodyPr>
          <a:lstStyle/>
          <a:p>
            <a:r>
              <a:rPr lang="en-US">
                <a:latin typeface="Trebuchet MS" pitchFamily="-109" charset="0"/>
              </a:rPr>
              <a:t>0</a:t>
            </a:r>
            <a:endParaRPr lang="en-US" baseline="-25000">
              <a:latin typeface="Trebuchet MS" pitchFamily="-109" charset="0"/>
            </a:endParaRPr>
          </a:p>
        </p:txBody>
      </p:sp>
      <p:sp>
        <p:nvSpPr>
          <p:cNvPr id="65563" name="Text Box 30"/>
          <p:cNvSpPr txBox="1">
            <a:spLocks noChangeArrowheads="1"/>
          </p:cNvSpPr>
          <p:nvPr/>
        </p:nvSpPr>
        <p:spPr bwMode="auto">
          <a:xfrm>
            <a:off x="6346825" y="4006850"/>
            <a:ext cx="428322" cy="369332"/>
          </a:xfrm>
          <a:prstGeom prst="rect">
            <a:avLst/>
          </a:prstGeom>
          <a:noFill/>
          <a:ln w="9525">
            <a:noFill/>
            <a:miter lim="800000"/>
            <a:headEnd/>
            <a:tailEnd/>
          </a:ln>
        </p:spPr>
        <p:txBody>
          <a:bodyPr wrap="none">
            <a:prstTxWarp prst="textNoShape">
              <a:avLst/>
            </a:prstTxWarp>
            <a:spAutoFit/>
          </a:bodyPr>
          <a:lstStyle/>
          <a:p>
            <a:r>
              <a:rPr lang="en-US">
                <a:latin typeface="Trebuchet MS" pitchFamily="-109" charset="0"/>
              </a:rPr>
              <a:t>+1</a:t>
            </a:r>
            <a:endParaRPr lang="en-US" baseline="-25000">
              <a:latin typeface="Trebuchet MS" pitchFamily="-109" charset="0"/>
            </a:endParaRPr>
          </a:p>
        </p:txBody>
      </p:sp>
      <p:sp>
        <p:nvSpPr>
          <p:cNvPr id="65564" name="Text Box 31"/>
          <p:cNvSpPr txBox="1">
            <a:spLocks noChangeArrowheads="1"/>
          </p:cNvSpPr>
          <p:nvPr/>
        </p:nvSpPr>
        <p:spPr bwMode="auto">
          <a:xfrm>
            <a:off x="7085013" y="4006850"/>
            <a:ext cx="391454" cy="369332"/>
          </a:xfrm>
          <a:prstGeom prst="rect">
            <a:avLst/>
          </a:prstGeom>
          <a:noFill/>
          <a:ln w="9525">
            <a:noFill/>
            <a:miter lim="800000"/>
            <a:headEnd/>
            <a:tailEnd/>
          </a:ln>
        </p:spPr>
        <p:txBody>
          <a:bodyPr wrap="none">
            <a:prstTxWarp prst="textNoShape">
              <a:avLst/>
            </a:prstTxWarp>
            <a:spAutoFit/>
          </a:bodyPr>
          <a:lstStyle/>
          <a:p>
            <a:r>
              <a:rPr lang="en-US">
                <a:latin typeface="Trebuchet MS" pitchFamily="-109" charset="0"/>
              </a:rPr>
              <a:t>-3</a:t>
            </a:r>
            <a:endParaRPr lang="en-US" baseline="-25000">
              <a:latin typeface="Trebuchet MS" pitchFamily="-109" charset="0"/>
            </a:endParaRPr>
          </a:p>
        </p:txBody>
      </p:sp>
      <p:sp>
        <p:nvSpPr>
          <p:cNvPr id="65565" name="Text Box 32"/>
          <p:cNvSpPr txBox="1">
            <a:spLocks noChangeArrowheads="1"/>
          </p:cNvSpPr>
          <p:nvPr/>
        </p:nvSpPr>
        <p:spPr bwMode="auto">
          <a:xfrm>
            <a:off x="7823200" y="4006850"/>
            <a:ext cx="428322" cy="369332"/>
          </a:xfrm>
          <a:prstGeom prst="rect">
            <a:avLst/>
          </a:prstGeom>
          <a:noFill/>
          <a:ln w="9525">
            <a:noFill/>
            <a:miter lim="800000"/>
            <a:headEnd/>
            <a:tailEnd/>
          </a:ln>
        </p:spPr>
        <p:txBody>
          <a:bodyPr wrap="none">
            <a:prstTxWarp prst="textNoShape">
              <a:avLst/>
            </a:prstTxWarp>
            <a:spAutoFit/>
          </a:bodyPr>
          <a:lstStyle/>
          <a:p>
            <a:r>
              <a:rPr lang="en-US">
                <a:latin typeface="Trebuchet MS" pitchFamily="-109" charset="0"/>
              </a:rPr>
              <a:t>+5</a:t>
            </a:r>
            <a:endParaRPr lang="en-US" baseline="-25000">
              <a:latin typeface="Trebuchet MS" pitchFamily="-109" charset="0"/>
            </a:endParaRPr>
          </a:p>
        </p:txBody>
      </p:sp>
      <p:sp>
        <p:nvSpPr>
          <p:cNvPr id="65566" name="Text Box 33"/>
          <p:cNvSpPr txBox="1">
            <a:spLocks noChangeArrowheads="1"/>
          </p:cNvSpPr>
          <p:nvPr/>
        </p:nvSpPr>
        <p:spPr bwMode="auto">
          <a:xfrm>
            <a:off x="8782050" y="3854450"/>
            <a:ext cx="1186543" cy="369332"/>
          </a:xfrm>
          <a:prstGeom prst="rect">
            <a:avLst/>
          </a:prstGeom>
          <a:noFill/>
          <a:ln w="9525">
            <a:noFill/>
            <a:miter lim="800000"/>
            <a:headEnd/>
            <a:tailEnd/>
          </a:ln>
        </p:spPr>
        <p:txBody>
          <a:bodyPr wrap="none">
            <a:prstTxWarp prst="textNoShape">
              <a:avLst/>
            </a:prstTxWarp>
            <a:spAutoFit/>
          </a:bodyPr>
          <a:lstStyle/>
          <a:p>
            <a:r>
              <a:rPr lang="en-US" dirty="0">
                <a:latin typeface="Trebuchet MS" pitchFamily="-109" charset="0"/>
              </a:rPr>
              <a:t>G</a:t>
            </a:r>
            <a:r>
              <a:rPr lang="en-US" baseline="-25000" dirty="0">
                <a:latin typeface="Trebuchet MS" pitchFamily="-109" charset="0"/>
              </a:rPr>
              <a:t>1</a:t>
            </a:r>
            <a:r>
              <a:rPr lang="en-US" dirty="0">
                <a:latin typeface="Trebuchet MS" pitchFamily="-109" charset="0"/>
              </a:rPr>
              <a:t>(s) = +2</a:t>
            </a:r>
            <a:endParaRPr lang="en-US" baseline="-25000" dirty="0">
              <a:latin typeface="Trebuchet MS" pitchFamily="-109" charset="0"/>
            </a:endParaRPr>
          </a:p>
        </p:txBody>
      </p:sp>
      <p:sp>
        <p:nvSpPr>
          <p:cNvPr id="65567" name="Rectangle 141"/>
          <p:cNvSpPr>
            <a:spLocks noChangeArrowheads="1"/>
          </p:cNvSpPr>
          <p:nvPr/>
        </p:nvSpPr>
        <p:spPr bwMode="auto">
          <a:xfrm>
            <a:off x="8210550" y="3924300"/>
            <a:ext cx="152400" cy="152400"/>
          </a:xfrm>
          <a:prstGeom prst="rect">
            <a:avLst/>
          </a:prstGeom>
          <a:solidFill>
            <a:srgbClr val="808080"/>
          </a:solidFill>
          <a:ln w="9525">
            <a:solidFill>
              <a:srgbClr val="808080"/>
            </a:solidFill>
            <a:miter lim="800000"/>
            <a:headEnd/>
            <a:tailEnd/>
          </a:ln>
        </p:spPr>
        <p:txBody>
          <a:bodyPr wrap="none" anchor="ctr">
            <a:prstTxWarp prst="textNoShape">
              <a:avLst/>
            </a:prstTxWarp>
          </a:bodyPr>
          <a:lstStyle/>
          <a:p>
            <a:endParaRPr lang="en-US"/>
          </a:p>
        </p:txBody>
      </p:sp>
      <p:grpSp>
        <p:nvGrpSpPr>
          <p:cNvPr id="2" name="Group 147"/>
          <p:cNvGrpSpPr>
            <a:grpSpLocks/>
          </p:cNvGrpSpPr>
          <p:nvPr/>
        </p:nvGrpSpPr>
        <p:grpSpPr bwMode="auto">
          <a:xfrm>
            <a:off x="1984375" y="4584700"/>
            <a:ext cx="8029575" cy="2273300"/>
            <a:chOff x="288" y="2724"/>
            <a:chExt cx="5058" cy="1432"/>
          </a:xfrm>
        </p:grpSpPr>
        <p:sp>
          <p:nvSpPr>
            <p:cNvPr id="65569" name="Line 34"/>
            <p:cNvSpPr>
              <a:spLocks noChangeShapeType="1"/>
            </p:cNvSpPr>
            <p:nvPr/>
          </p:nvSpPr>
          <p:spPr bwMode="auto">
            <a:xfrm>
              <a:off x="550" y="2840"/>
              <a:ext cx="3696" cy="0"/>
            </a:xfrm>
            <a:prstGeom prst="line">
              <a:avLst/>
            </a:prstGeom>
            <a:noFill/>
            <a:ln w="28575">
              <a:solidFill>
                <a:schemeClr val="tx1"/>
              </a:solidFill>
              <a:round/>
              <a:headEnd/>
              <a:tailEnd/>
            </a:ln>
          </p:spPr>
          <p:txBody>
            <a:bodyPr>
              <a:prstTxWarp prst="textNoShape">
                <a:avLst/>
              </a:prstTxWarp>
            </a:bodyPr>
            <a:lstStyle/>
            <a:p>
              <a:endParaRPr lang="en-US"/>
            </a:p>
          </p:txBody>
        </p:sp>
        <p:sp>
          <p:nvSpPr>
            <p:cNvPr id="65570" name="Oval 35"/>
            <p:cNvSpPr>
              <a:spLocks noChangeArrowheads="1"/>
            </p:cNvSpPr>
            <p:nvPr/>
          </p:nvSpPr>
          <p:spPr bwMode="auto">
            <a:xfrm>
              <a:off x="502" y="2792"/>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571" name="Oval 36"/>
            <p:cNvSpPr>
              <a:spLocks noChangeArrowheads="1"/>
            </p:cNvSpPr>
            <p:nvPr/>
          </p:nvSpPr>
          <p:spPr bwMode="auto">
            <a:xfrm>
              <a:off x="747" y="2805"/>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572" name="Oval 37"/>
            <p:cNvSpPr>
              <a:spLocks noChangeArrowheads="1"/>
            </p:cNvSpPr>
            <p:nvPr/>
          </p:nvSpPr>
          <p:spPr bwMode="auto">
            <a:xfrm>
              <a:off x="965" y="2792"/>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573" name="Oval 38"/>
            <p:cNvSpPr>
              <a:spLocks noChangeArrowheads="1"/>
            </p:cNvSpPr>
            <p:nvPr/>
          </p:nvSpPr>
          <p:spPr bwMode="auto">
            <a:xfrm>
              <a:off x="1429" y="2792"/>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574" name="Oval 39"/>
            <p:cNvSpPr>
              <a:spLocks noChangeArrowheads="1"/>
            </p:cNvSpPr>
            <p:nvPr/>
          </p:nvSpPr>
          <p:spPr bwMode="auto">
            <a:xfrm>
              <a:off x="1210" y="2806"/>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575" name="Oval 40"/>
            <p:cNvSpPr>
              <a:spLocks noChangeArrowheads="1"/>
            </p:cNvSpPr>
            <p:nvPr/>
          </p:nvSpPr>
          <p:spPr bwMode="auto">
            <a:xfrm>
              <a:off x="1892" y="2792"/>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576" name="Oval 41"/>
            <p:cNvSpPr>
              <a:spLocks noChangeArrowheads="1"/>
            </p:cNvSpPr>
            <p:nvPr/>
          </p:nvSpPr>
          <p:spPr bwMode="auto">
            <a:xfrm>
              <a:off x="1674" y="2806"/>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577" name="Oval 42"/>
            <p:cNvSpPr>
              <a:spLocks noChangeArrowheads="1"/>
            </p:cNvSpPr>
            <p:nvPr/>
          </p:nvSpPr>
          <p:spPr bwMode="auto">
            <a:xfrm>
              <a:off x="2356" y="2792"/>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578" name="Oval 43"/>
            <p:cNvSpPr>
              <a:spLocks noChangeArrowheads="1"/>
            </p:cNvSpPr>
            <p:nvPr/>
          </p:nvSpPr>
          <p:spPr bwMode="auto">
            <a:xfrm>
              <a:off x="2137" y="2806"/>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579" name="Oval 44"/>
            <p:cNvSpPr>
              <a:spLocks noChangeArrowheads="1"/>
            </p:cNvSpPr>
            <p:nvPr/>
          </p:nvSpPr>
          <p:spPr bwMode="auto">
            <a:xfrm>
              <a:off x="2819" y="2792"/>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580" name="Oval 45"/>
            <p:cNvSpPr>
              <a:spLocks noChangeArrowheads="1"/>
            </p:cNvSpPr>
            <p:nvPr/>
          </p:nvSpPr>
          <p:spPr bwMode="auto">
            <a:xfrm>
              <a:off x="2601" y="2806"/>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581" name="Oval 46"/>
            <p:cNvSpPr>
              <a:spLocks noChangeArrowheads="1"/>
            </p:cNvSpPr>
            <p:nvPr/>
          </p:nvSpPr>
          <p:spPr bwMode="auto">
            <a:xfrm>
              <a:off x="3283" y="2792"/>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582" name="Oval 47"/>
            <p:cNvSpPr>
              <a:spLocks noChangeArrowheads="1"/>
            </p:cNvSpPr>
            <p:nvPr/>
          </p:nvSpPr>
          <p:spPr bwMode="auto">
            <a:xfrm>
              <a:off x="3064" y="2806"/>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583" name="Text Box 48"/>
            <p:cNvSpPr txBox="1">
              <a:spLocks noChangeArrowheads="1"/>
            </p:cNvSpPr>
            <p:nvPr/>
          </p:nvSpPr>
          <p:spPr bwMode="auto">
            <a:xfrm>
              <a:off x="288" y="2724"/>
              <a:ext cx="225" cy="233"/>
            </a:xfrm>
            <a:prstGeom prst="rect">
              <a:avLst/>
            </a:prstGeom>
            <a:noFill/>
            <a:ln w="9525">
              <a:noFill/>
              <a:miter lim="800000"/>
              <a:headEnd/>
              <a:tailEnd/>
            </a:ln>
          </p:spPr>
          <p:txBody>
            <a:bodyPr wrap="none">
              <a:prstTxWarp prst="textNoShape">
                <a:avLst/>
              </a:prstTxWarp>
              <a:spAutoFit/>
            </a:bodyPr>
            <a:lstStyle/>
            <a:p>
              <a:r>
                <a:rPr lang="en-US">
                  <a:latin typeface="Trebuchet MS" pitchFamily="-109" charset="0"/>
                </a:rPr>
                <a:t>s</a:t>
              </a:r>
              <a:r>
                <a:rPr lang="en-US" baseline="-25000">
                  <a:latin typeface="Trebuchet MS" pitchFamily="-109" charset="0"/>
                </a:rPr>
                <a:t>0</a:t>
              </a:r>
            </a:p>
          </p:txBody>
        </p:sp>
        <p:sp>
          <p:nvSpPr>
            <p:cNvPr id="65584" name="Oval 51"/>
            <p:cNvSpPr>
              <a:spLocks noChangeArrowheads="1"/>
            </p:cNvSpPr>
            <p:nvPr/>
          </p:nvSpPr>
          <p:spPr bwMode="auto">
            <a:xfrm>
              <a:off x="3746" y="2792"/>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585" name="Oval 52"/>
            <p:cNvSpPr>
              <a:spLocks noChangeArrowheads="1"/>
            </p:cNvSpPr>
            <p:nvPr/>
          </p:nvSpPr>
          <p:spPr bwMode="auto">
            <a:xfrm>
              <a:off x="3528" y="2806"/>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586" name="Oval 54"/>
            <p:cNvSpPr>
              <a:spLocks noChangeArrowheads="1"/>
            </p:cNvSpPr>
            <p:nvPr/>
          </p:nvSpPr>
          <p:spPr bwMode="auto">
            <a:xfrm>
              <a:off x="3991" y="2806"/>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587" name="Line 61"/>
            <p:cNvSpPr>
              <a:spLocks noChangeShapeType="1"/>
            </p:cNvSpPr>
            <p:nvPr/>
          </p:nvSpPr>
          <p:spPr bwMode="auto">
            <a:xfrm>
              <a:off x="550" y="3052"/>
              <a:ext cx="3696" cy="0"/>
            </a:xfrm>
            <a:prstGeom prst="line">
              <a:avLst/>
            </a:prstGeom>
            <a:noFill/>
            <a:ln w="28575">
              <a:solidFill>
                <a:schemeClr val="tx1"/>
              </a:solidFill>
              <a:round/>
              <a:headEnd/>
              <a:tailEnd/>
            </a:ln>
          </p:spPr>
          <p:txBody>
            <a:bodyPr>
              <a:prstTxWarp prst="textNoShape">
                <a:avLst/>
              </a:prstTxWarp>
            </a:bodyPr>
            <a:lstStyle/>
            <a:p>
              <a:endParaRPr lang="en-US"/>
            </a:p>
          </p:txBody>
        </p:sp>
        <p:sp>
          <p:nvSpPr>
            <p:cNvPr id="65588" name="Oval 62"/>
            <p:cNvSpPr>
              <a:spLocks noChangeArrowheads="1"/>
            </p:cNvSpPr>
            <p:nvPr/>
          </p:nvSpPr>
          <p:spPr bwMode="auto">
            <a:xfrm>
              <a:off x="502" y="3004"/>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589" name="Oval 63"/>
            <p:cNvSpPr>
              <a:spLocks noChangeArrowheads="1"/>
            </p:cNvSpPr>
            <p:nvPr/>
          </p:nvSpPr>
          <p:spPr bwMode="auto">
            <a:xfrm>
              <a:off x="747" y="3017"/>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590" name="Oval 64"/>
            <p:cNvSpPr>
              <a:spLocks noChangeArrowheads="1"/>
            </p:cNvSpPr>
            <p:nvPr/>
          </p:nvSpPr>
          <p:spPr bwMode="auto">
            <a:xfrm>
              <a:off x="965" y="3004"/>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591" name="Oval 65"/>
            <p:cNvSpPr>
              <a:spLocks noChangeArrowheads="1"/>
            </p:cNvSpPr>
            <p:nvPr/>
          </p:nvSpPr>
          <p:spPr bwMode="auto">
            <a:xfrm>
              <a:off x="1429" y="3004"/>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592" name="Oval 66"/>
            <p:cNvSpPr>
              <a:spLocks noChangeArrowheads="1"/>
            </p:cNvSpPr>
            <p:nvPr/>
          </p:nvSpPr>
          <p:spPr bwMode="auto">
            <a:xfrm>
              <a:off x="1210" y="3018"/>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593" name="Oval 67"/>
            <p:cNvSpPr>
              <a:spLocks noChangeArrowheads="1"/>
            </p:cNvSpPr>
            <p:nvPr/>
          </p:nvSpPr>
          <p:spPr bwMode="auto">
            <a:xfrm>
              <a:off x="1892" y="3004"/>
              <a:ext cx="96" cy="96"/>
            </a:xfrm>
            <a:prstGeom prst="ellipse">
              <a:avLst/>
            </a:prstGeom>
            <a:solidFill>
              <a:srgbClr val="800000"/>
            </a:solidFill>
            <a:ln w="9525">
              <a:solidFill>
                <a:srgbClr val="800000"/>
              </a:solidFill>
              <a:round/>
              <a:headEnd/>
              <a:tailEnd/>
            </a:ln>
          </p:spPr>
          <p:txBody>
            <a:bodyPr wrap="none" anchor="ctr">
              <a:prstTxWarp prst="textNoShape">
                <a:avLst/>
              </a:prstTxWarp>
            </a:bodyPr>
            <a:lstStyle/>
            <a:p>
              <a:endParaRPr lang="en-US"/>
            </a:p>
          </p:txBody>
        </p:sp>
        <p:sp>
          <p:nvSpPr>
            <p:cNvPr id="65594" name="Oval 68"/>
            <p:cNvSpPr>
              <a:spLocks noChangeArrowheads="1"/>
            </p:cNvSpPr>
            <p:nvPr/>
          </p:nvSpPr>
          <p:spPr bwMode="auto">
            <a:xfrm>
              <a:off x="1674" y="3018"/>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595" name="Oval 69"/>
            <p:cNvSpPr>
              <a:spLocks noChangeArrowheads="1"/>
            </p:cNvSpPr>
            <p:nvPr/>
          </p:nvSpPr>
          <p:spPr bwMode="auto">
            <a:xfrm>
              <a:off x="2356" y="3004"/>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596" name="Oval 70"/>
            <p:cNvSpPr>
              <a:spLocks noChangeArrowheads="1"/>
            </p:cNvSpPr>
            <p:nvPr/>
          </p:nvSpPr>
          <p:spPr bwMode="auto">
            <a:xfrm>
              <a:off x="2137" y="3018"/>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597" name="Oval 71"/>
            <p:cNvSpPr>
              <a:spLocks noChangeArrowheads="1"/>
            </p:cNvSpPr>
            <p:nvPr/>
          </p:nvSpPr>
          <p:spPr bwMode="auto">
            <a:xfrm>
              <a:off x="2819" y="3004"/>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598" name="Oval 72"/>
            <p:cNvSpPr>
              <a:spLocks noChangeArrowheads="1"/>
            </p:cNvSpPr>
            <p:nvPr/>
          </p:nvSpPr>
          <p:spPr bwMode="auto">
            <a:xfrm>
              <a:off x="2601" y="3018"/>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599" name="Oval 73"/>
            <p:cNvSpPr>
              <a:spLocks noChangeArrowheads="1"/>
            </p:cNvSpPr>
            <p:nvPr/>
          </p:nvSpPr>
          <p:spPr bwMode="auto">
            <a:xfrm>
              <a:off x="3283" y="3004"/>
              <a:ext cx="96" cy="96"/>
            </a:xfrm>
            <a:prstGeom prst="ellipse">
              <a:avLst/>
            </a:prstGeom>
            <a:solidFill>
              <a:srgbClr val="800000"/>
            </a:solidFill>
            <a:ln w="9525">
              <a:solidFill>
                <a:srgbClr val="800000"/>
              </a:solidFill>
              <a:round/>
              <a:headEnd/>
              <a:tailEnd/>
            </a:ln>
          </p:spPr>
          <p:txBody>
            <a:bodyPr wrap="none" anchor="ctr">
              <a:prstTxWarp prst="textNoShape">
                <a:avLst/>
              </a:prstTxWarp>
            </a:bodyPr>
            <a:lstStyle/>
            <a:p>
              <a:endParaRPr lang="en-US"/>
            </a:p>
          </p:txBody>
        </p:sp>
        <p:sp>
          <p:nvSpPr>
            <p:cNvPr id="65600" name="Oval 74"/>
            <p:cNvSpPr>
              <a:spLocks noChangeArrowheads="1"/>
            </p:cNvSpPr>
            <p:nvPr/>
          </p:nvSpPr>
          <p:spPr bwMode="auto">
            <a:xfrm>
              <a:off x="3064" y="3018"/>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01" name="Text Box 75"/>
            <p:cNvSpPr txBox="1">
              <a:spLocks noChangeArrowheads="1"/>
            </p:cNvSpPr>
            <p:nvPr/>
          </p:nvSpPr>
          <p:spPr bwMode="auto">
            <a:xfrm>
              <a:off x="288" y="2936"/>
              <a:ext cx="225" cy="233"/>
            </a:xfrm>
            <a:prstGeom prst="rect">
              <a:avLst/>
            </a:prstGeom>
            <a:noFill/>
            <a:ln w="9525">
              <a:noFill/>
              <a:miter lim="800000"/>
              <a:headEnd/>
              <a:tailEnd/>
            </a:ln>
          </p:spPr>
          <p:txBody>
            <a:bodyPr wrap="none">
              <a:prstTxWarp prst="textNoShape">
                <a:avLst/>
              </a:prstTxWarp>
              <a:spAutoFit/>
            </a:bodyPr>
            <a:lstStyle/>
            <a:p>
              <a:r>
                <a:rPr lang="en-US">
                  <a:latin typeface="Trebuchet MS" pitchFamily="-109" charset="0"/>
                </a:rPr>
                <a:t>s</a:t>
              </a:r>
              <a:r>
                <a:rPr lang="en-US" baseline="-25000">
                  <a:latin typeface="Trebuchet MS" pitchFamily="-109" charset="0"/>
                </a:rPr>
                <a:t>0</a:t>
              </a:r>
            </a:p>
          </p:txBody>
        </p:sp>
        <p:sp>
          <p:nvSpPr>
            <p:cNvPr id="65602" name="Oval 76"/>
            <p:cNvSpPr>
              <a:spLocks noChangeArrowheads="1"/>
            </p:cNvSpPr>
            <p:nvPr/>
          </p:nvSpPr>
          <p:spPr bwMode="auto">
            <a:xfrm>
              <a:off x="3746" y="3004"/>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603" name="Oval 77"/>
            <p:cNvSpPr>
              <a:spLocks noChangeArrowheads="1"/>
            </p:cNvSpPr>
            <p:nvPr/>
          </p:nvSpPr>
          <p:spPr bwMode="auto">
            <a:xfrm>
              <a:off x="3528" y="3018"/>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04" name="Oval 79"/>
            <p:cNvSpPr>
              <a:spLocks noChangeArrowheads="1"/>
            </p:cNvSpPr>
            <p:nvPr/>
          </p:nvSpPr>
          <p:spPr bwMode="auto">
            <a:xfrm>
              <a:off x="3991" y="3018"/>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05" name="Line 80"/>
            <p:cNvSpPr>
              <a:spLocks noChangeShapeType="1"/>
            </p:cNvSpPr>
            <p:nvPr/>
          </p:nvSpPr>
          <p:spPr bwMode="auto">
            <a:xfrm>
              <a:off x="550" y="3264"/>
              <a:ext cx="3696" cy="0"/>
            </a:xfrm>
            <a:prstGeom prst="line">
              <a:avLst/>
            </a:prstGeom>
            <a:noFill/>
            <a:ln w="28575">
              <a:solidFill>
                <a:schemeClr val="tx1"/>
              </a:solidFill>
              <a:round/>
              <a:headEnd/>
              <a:tailEnd/>
            </a:ln>
          </p:spPr>
          <p:txBody>
            <a:bodyPr>
              <a:prstTxWarp prst="textNoShape">
                <a:avLst/>
              </a:prstTxWarp>
            </a:bodyPr>
            <a:lstStyle/>
            <a:p>
              <a:endParaRPr lang="en-US"/>
            </a:p>
          </p:txBody>
        </p:sp>
        <p:sp>
          <p:nvSpPr>
            <p:cNvPr id="65606" name="Oval 81"/>
            <p:cNvSpPr>
              <a:spLocks noChangeArrowheads="1"/>
            </p:cNvSpPr>
            <p:nvPr/>
          </p:nvSpPr>
          <p:spPr bwMode="auto">
            <a:xfrm>
              <a:off x="502" y="3216"/>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607" name="Oval 82"/>
            <p:cNvSpPr>
              <a:spLocks noChangeArrowheads="1"/>
            </p:cNvSpPr>
            <p:nvPr/>
          </p:nvSpPr>
          <p:spPr bwMode="auto">
            <a:xfrm>
              <a:off x="747" y="3229"/>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08" name="Oval 83"/>
            <p:cNvSpPr>
              <a:spLocks noChangeArrowheads="1"/>
            </p:cNvSpPr>
            <p:nvPr/>
          </p:nvSpPr>
          <p:spPr bwMode="auto">
            <a:xfrm>
              <a:off x="965" y="3216"/>
              <a:ext cx="96" cy="96"/>
            </a:xfrm>
            <a:prstGeom prst="ellipse">
              <a:avLst/>
            </a:prstGeom>
            <a:solidFill>
              <a:srgbClr val="800000"/>
            </a:solidFill>
            <a:ln w="9525">
              <a:solidFill>
                <a:srgbClr val="800000"/>
              </a:solidFill>
              <a:round/>
              <a:headEnd/>
              <a:tailEnd/>
            </a:ln>
          </p:spPr>
          <p:txBody>
            <a:bodyPr wrap="none" anchor="ctr">
              <a:prstTxWarp prst="textNoShape">
                <a:avLst/>
              </a:prstTxWarp>
            </a:bodyPr>
            <a:lstStyle/>
            <a:p>
              <a:endParaRPr lang="en-US"/>
            </a:p>
          </p:txBody>
        </p:sp>
        <p:sp>
          <p:nvSpPr>
            <p:cNvPr id="65609" name="Oval 84"/>
            <p:cNvSpPr>
              <a:spLocks noChangeArrowheads="1"/>
            </p:cNvSpPr>
            <p:nvPr/>
          </p:nvSpPr>
          <p:spPr bwMode="auto">
            <a:xfrm>
              <a:off x="1429" y="3216"/>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610" name="Oval 85"/>
            <p:cNvSpPr>
              <a:spLocks noChangeArrowheads="1"/>
            </p:cNvSpPr>
            <p:nvPr/>
          </p:nvSpPr>
          <p:spPr bwMode="auto">
            <a:xfrm>
              <a:off x="1210" y="3230"/>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11" name="Oval 86"/>
            <p:cNvSpPr>
              <a:spLocks noChangeArrowheads="1"/>
            </p:cNvSpPr>
            <p:nvPr/>
          </p:nvSpPr>
          <p:spPr bwMode="auto">
            <a:xfrm>
              <a:off x="1892" y="3216"/>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612" name="Oval 87"/>
            <p:cNvSpPr>
              <a:spLocks noChangeArrowheads="1"/>
            </p:cNvSpPr>
            <p:nvPr/>
          </p:nvSpPr>
          <p:spPr bwMode="auto">
            <a:xfrm>
              <a:off x="1674" y="3230"/>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13" name="Oval 88"/>
            <p:cNvSpPr>
              <a:spLocks noChangeArrowheads="1"/>
            </p:cNvSpPr>
            <p:nvPr/>
          </p:nvSpPr>
          <p:spPr bwMode="auto">
            <a:xfrm>
              <a:off x="2356" y="3216"/>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614" name="Oval 89"/>
            <p:cNvSpPr>
              <a:spLocks noChangeArrowheads="1"/>
            </p:cNvSpPr>
            <p:nvPr/>
          </p:nvSpPr>
          <p:spPr bwMode="auto">
            <a:xfrm>
              <a:off x="2137" y="3230"/>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15" name="Oval 90"/>
            <p:cNvSpPr>
              <a:spLocks noChangeArrowheads="1"/>
            </p:cNvSpPr>
            <p:nvPr/>
          </p:nvSpPr>
          <p:spPr bwMode="auto">
            <a:xfrm>
              <a:off x="2819" y="3216"/>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616" name="Oval 91"/>
            <p:cNvSpPr>
              <a:spLocks noChangeArrowheads="1"/>
            </p:cNvSpPr>
            <p:nvPr/>
          </p:nvSpPr>
          <p:spPr bwMode="auto">
            <a:xfrm>
              <a:off x="2601" y="3230"/>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17" name="Oval 92"/>
            <p:cNvSpPr>
              <a:spLocks noChangeArrowheads="1"/>
            </p:cNvSpPr>
            <p:nvPr/>
          </p:nvSpPr>
          <p:spPr bwMode="auto">
            <a:xfrm>
              <a:off x="3283" y="3216"/>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618" name="Oval 93"/>
            <p:cNvSpPr>
              <a:spLocks noChangeArrowheads="1"/>
            </p:cNvSpPr>
            <p:nvPr/>
          </p:nvSpPr>
          <p:spPr bwMode="auto">
            <a:xfrm>
              <a:off x="3064" y="3230"/>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19" name="Text Box 94"/>
            <p:cNvSpPr txBox="1">
              <a:spLocks noChangeArrowheads="1"/>
            </p:cNvSpPr>
            <p:nvPr/>
          </p:nvSpPr>
          <p:spPr bwMode="auto">
            <a:xfrm>
              <a:off x="288" y="3148"/>
              <a:ext cx="225" cy="233"/>
            </a:xfrm>
            <a:prstGeom prst="rect">
              <a:avLst/>
            </a:prstGeom>
            <a:noFill/>
            <a:ln w="9525">
              <a:noFill/>
              <a:miter lim="800000"/>
              <a:headEnd/>
              <a:tailEnd/>
            </a:ln>
          </p:spPr>
          <p:txBody>
            <a:bodyPr wrap="none">
              <a:prstTxWarp prst="textNoShape">
                <a:avLst/>
              </a:prstTxWarp>
              <a:spAutoFit/>
            </a:bodyPr>
            <a:lstStyle/>
            <a:p>
              <a:r>
                <a:rPr lang="en-US">
                  <a:latin typeface="Trebuchet MS" pitchFamily="-109" charset="0"/>
                </a:rPr>
                <a:t>s</a:t>
              </a:r>
              <a:r>
                <a:rPr lang="en-US" baseline="-25000">
                  <a:latin typeface="Trebuchet MS" pitchFamily="-109" charset="0"/>
                </a:rPr>
                <a:t>0</a:t>
              </a:r>
            </a:p>
          </p:txBody>
        </p:sp>
        <p:sp>
          <p:nvSpPr>
            <p:cNvPr id="65620" name="Oval 95"/>
            <p:cNvSpPr>
              <a:spLocks noChangeArrowheads="1"/>
            </p:cNvSpPr>
            <p:nvPr/>
          </p:nvSpPr>
          <p:spPr bwMode="auto">
            <a:xfrm>
              <a:off x="3746" y="3216"/>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621" name="Oval 96"/>
            <p:cNvSpPr>
              <a:spLocks noChangeArrowheads="1"/>
            </p:cNvSpPr>
            <p:nvPr/>
          </p:nvSpPr>
          <p:spPr bwMode="auto">
            <a:xfrm>
              <a:off x="3528" y="3230"/>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22" name="Oval 98"/>
            <p:cNvSpPr>
              <a:spLocks noChangeArrowheads="1"/>
            </p:cNvSpPr>
            <p:nvPr/>
          </p:nvSpPr>
          <p:spPr bwMode="auto">
            <a:xfrm>
              <a:off x="3991" y="3230"/>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23" name="Line 99"/>
            <p:cNvSpPr>
              <a:spLocks noChangeShapeType="1"/>
            </p:cNvSpPr>
            <p:nvPr/>
          </p:nvSpPr>
          <p:spPr bwMode="auto">
            <a:xfrm>
              <a:off x="550" y="3476"/>
              <a:ext cx="3696" cy="0"/>
            </a:xfrm>
            <a:prstGeom prst="line">
              <a:avLst/>
            </a:prstGeom>
            <a:noFill/>
            <a:ln w="28575">
              <a:solidFill>
                <a:schemeClr val="tx1"/>
              </a:solidFill>
              <a:round/>
              <a:headEnd/>
              <a:tailEnd/>
            </a:ln>
          </p:spPr>
          <p:txBody>
            <a:bodyPr>
              <a:prstTxWarp prst="textNoShape">
                <a:avLst/>
              </a:prstTxWarp>
            </a:bodyPr>
            <a:lstStyle/>
            <a:p>
              <a:endParaRPr lang="en-US"/>
            </a:p>
          </p:txBody>
        </p:sp>
        <p:sp>
          <p:nvSpPr>
            <p:cNvPr id="65624" name="Oval 100"/>
            <p:cNvSpPr>
              <a:spLocks noChangeArrowheads="1"/>
            </p:cNvSpPr>
            <p:nvPr/>
          </p:nvSpPr>
          <p:spPr bwMode="auto">
            <a:xfrm>
              <a:off x="502" y="3428"/>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625" name="Oval 101"/>
            <p:cNvSpPr>
              <a:spLocks noChangeArrowheads="1"/>
            </p:cNvSpPr>
            <p:nvPr/>
          </p:nvSpPr>
          <p:spPr bwMode="auto">
            <a:xfrm>
              <a:off x="747" y="3441"/>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26" name="Oval 102"/>
            <p:cNvSpPr>
              <a:spLocks noChangeArrowheads="1"/>
            </p:cNvSpPr>
            <p:nvPr/>
          </p:nvSpPr>
          <p:spPr bwMode="auto">
            <a:xfrm>
              <a:off x="965" y="3428"/>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627" name="Oval 103"/>
            <p:cNvSpPr>
              <a:spLocks noChangeArrowheads="1"/>
            </p:cNvSpPr>
            <p:nvPr/>
          </p:nvSpPr>
          <p:spPr bwMode="auto">
            <a:xfrm>
              <a:off x="1429" y="3428"/>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628" name="Oval 104"/>
            <p:cNvSpPr>
              <a:spLocks noChangeArrowheads="1"/>
            </p:cNvSpPr>
            <p:nvPr/>
          </p:nvSpPr>
          <p:spPr bwMode="auto">
            <a:xfrm>
              <a:off x="1210" y="3442"/>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29" name="Oval 105"/>
            <p:cNvSpPr>
              <a:spLocks noChangeArrowheads="1"/>
            </p:cNvSpPr>
            <p:nvPr/>
          </p:nvSpPr>
          <p:spPr bwMode="auto">
            <a:xfrm>
              <a:off x="1892" y="3428"/>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630" name="Oval 106"/>
            <p:cNvSpPr>
              <a:spLocks noChangeArrowheads="1"/>
            </p:cNvSpPr>
            <p:nvPr/>
          </p:nvSpPr>
          <p:spPr bwMode="auto">
            <a:xfrm>
              <a:off x="1674" y="3442"/>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31" name="Oval 107"/>
            <p:cNvSpPr>
              <a:spLocks noChangeArrowheads="1"/>
            </p:cNvSpPr>
            <p:nvPr/>
          </p:nvSpPr>
          <p:spPr bwMode="auto">
            <a:xfrm>
              <a:off x="2356" y="3428"/>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632" name="Oval 108"/>
            <p:cNvSpPr>
              <a:spLocks noChangeArrowheads="1"/>
            </p:cNvSpPr>
            <p:nvPr/>
          </p:nvSpPr>
          <p:spPr bwMode="auto">
            <a:xfrm>
              <a:off x="2137" y="3442"/>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33" name="Oval 109"/>
            <p:cNvSpPr>
              <a:spLocks noChangeArrowheads="1"/>
            </p:cNvSpPr>
            <p:nvPr/>
          </p:nvSpPr>
          <p:spPr bwMode="auto">
            <a:xfrm>
              <a:off x="2819" y="3428"/>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634" name="Oval 110"/>
            <p:cNvSpPr>
              <a:spLocks noChangeArrowheads="1"/>
            </p:cNvSpPr>
            <p:nvPr/>
          </p:nvSpPr>
          <p:spPr bwMode="auto">
            <a:xfrm>
              <a:off x="2601" y="3442"/>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35" name="Oval 111"/>
            <p:cNvSpPr>
              <a:spLocks noChangeArrowheads="1"/>
            </p:cNvSpPr>
            <p:nvPr/>
          </p:nvSpPr>
          <p:spPr bwMode="auto">
            <a:xfrm>
              <a:off x="3283" y="3428"/>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636" name="Oval 112"/>
            <p:cNvSpPr>
              <a:spLocks noChangeArrowheads="1"/>
            </p:cNvSpPr>
            <p:nvPr/>
          </p:nvSpPr>
          <p:spPr bwMode="auto">
            <a:xfrm>
              <a:off x="3064" y="3442"/>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37" name="Text Box 113"/>
            <p:cNvSpPr txBox="1">
              <a:spLocks noChangeArrowheads="1"/>
            </p:cNvSpPr>
            <p:nvPr/>
          </p:nvSpPr>
          <p:spPr bwMode="auto">
            <a:xfrm>
              <a:off x="288" y="3360"/>
              <a:ext cx="225" cy="233"/>
            </a:xfrm>
            <a:prstGeom prst="rect">
              <a:avLst/>
            </a:prstGeom>
            <a:noFill/>
            <a:ln w="9525">
              <a:noFill/>
              <a:miter lim="800000"/>
              <a:headEnd/>
              <a:tailEnd/>
            </a:ln>
          </p:spPr>
          <p:txBody>
            <a:bodyPr wrap="none">
              <a:prstTxWarp prst="textNoShape">
                <a:avLst/>
              </a:prstTxWarp>
              <a:spAutoFit/>
            </a:bodyPr>
            <a:lstStyle/>
            <a:p>
              <a:r>
                <a:rPr lang="en-US">
                  <a:latin typeface="Trebuchet MS" pitchFamily="-109" charset="0"/>
                </a:rPr>
                <a:t>s</a:t>
              </a:r>
              <a:r>
                <a:rPr lang="en-US" baseline="-25000">
                  <a:latin typeface="Trebuchet MS" pitchFamily="-109" charset="0"/>
                </a:rPr>
                <a:t>0</a:t>
              </a:r>
            </a:p>
          </p:txBody>
        </p:sp>
        <p:sp>
          <p:nvSpPr>
            <p:cNvPr id="65638" name="Oval 114"/>
            <p:cNvSpPr>
              <a:spLocks noChangeArrowheads="1"/>
            </p:cNvSpPr>
            <p:nvPr/>
          </p:nvSpPr>
          <p:spPr bwMode="auto">
            <a:xfrm>
              <a:off x="3746" y="3428"/>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639" name="Oval 115"/>
            <p:cNvSpPr>
              <a:spLocks noChangeArrowheads="1"/>
            </p:cNvSpPr>
            <p:nvPr/>
          </p:nvSpPr>
          <p:spPr bwMode="auto">
            <a:xfrm>
              <a:off x="3528" y="3442"/>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40" name="Oval 117"/>
            <p:cNvSpPr>
              <a:spLocks noChangeArrowheads="1"/>
            </p:cNvSpPr>
            <p:nvPr/>
          </p:nvSpPr>
          <p:spPr bwMode="auto">
            <a:xfrm>
              <a:off x="3991" y="3442"/>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41" name="Line 118"/>
            <p:cNvSpPr>
              <a:spLocks noChangeShapeType="1"/>
            </p:cNvSpPr>
            <p:nvPr/>
          </p:nvSpPr>
          <p:spPr bwMode="auto">
            <a:xfrm>
              <a:off x="550" y="3688"/>
              <a:ext cx="3696" cy="0"/>
            </a:xfrm>
            <a:prstGeom prst="line">
              <a:avLst/>
            </a:prstGeom>
            <a:noFill/>
            <a:ln w="28575">
              <a:solidFill>
                <a:schemeClr val="tx1"/>
              </a:solidFill>
              <a:round/>
              <a:headEnd/>
              <a:tailEnd/>
            </a:ln>
          </p:spPr>
          <p:txBody>
            <a:bodyPr>
              <a:prstTxWarp prst="textNoShape">
                <a:avLst/>
              </a:prstTxWarp>
            </a:bodyPr>
            <a:lstStyle/>
            <a:p>
              <a:endParaRPr lang="en-US"/>
            </a:p>
          </p:txBody>
        </p:sp>
        <p:sp>
          <p:nvSpPr>
            <p:cNvPr id="65642" name="Oval 119"/>
            <p:cNvSpPr>
              <a:spLocks noChangeArrowheads="1"/>
            </p:cNvSpPr>
            <p:nvPr/>
          </p:nvSpPr>
          <p:spPr bwMode="auto">
            <a:xfrm>
              <a:off x="502" y="3640"/>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643" name="Oval 120"/>
            <p:cNvSpPr>
              <a:spLocks noChangeArrowheads="1"/>
            </p:cNvSpPr>
            <p:nvPr/>
          </p:nvSpPr>
          <p:spPr bwMode="auto">
            <a:xfrm>
              <a:off x="747" y="3653"/>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44" name="Oval 121"/>
            <p:cNvSpPr>
              <a:spLocks noChangeArrowheads="1"/>
            </p:cNvSpPr>
            <p:nvPr/>
          </p:nvSpPr>
          <p:spPr bwMode="auto">
            <a:xfrm>
              <a:off x="965" y="3640"/>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645" name="Oval 122"/>
            <p:cNvSpPr>
              <a:spLocks noChangeArrowheads="1"/>
            </p:cNvSpPr>
            <p:nvPr/>
          </p:nvSpPr>
          <p:spPr bwMode="auto">
            <a:xfrm>
              <a:off x="1429" y="3640"/>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646" name="Oval 123"/>
            <p:cNvSpPr>
              <a:spLocks noChangeArrowheads="1"/>
            </p:cNvSpPr>
            <p:nvPr/>
          </p:nvSpPr>
          <p:spPr bwMode="auto">
            <a:xfrm>
              <a:off x="1210" y="3654"/>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47" name="Oval 124"/>
            <p:cNvSpPr>
              <a:spLocks noChangeArrowheads="1"/>
            </p:cNvSpPr>
            <p:nvPr/>
          </p:nvSpPr>
          <p:spPr bwMode="auto">
            <a:xfrm>
              <a:off x="1892" y="3640"/>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648" name="Oval 125"/>
            <p:cNvSpPr>
              <a:spLocks noChangeArrowheads="1"/>
            </p:cNvSpPr>
            <p:nvPr/>
          </p:nvSpPr>
          <p:spPr bwMode="auto">
            <a:xfrm>
              <a:off x="1674" y="3654"/>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49" name="Oval 126"/>
            <p:cNvSpPr>
              <a:spLocks noChangeArrowheads="1"/>
            </p:cNvSpPr>
            <p:nvPr/>
          </p:nvSpPr>
          <p:spPr bwMode="auto">
            <a:xfrm>
              <a:off x="2356" y="3640"/>
              <a:ext cx="96" cy="96"/>
            </a:xfrm>
            <a:prstGeom prst="ellipse">
              <a:avLst/>
            </a:prstGeom>
            <a:solidFill>
              <a:srgbClr val="800000"/>
            </a:solidFill>
            <a:ln w="9525">
              <a:solidFill>
                <a:srgbClr val="800000"/>
              </a:solidFill>
              <a:round/>
              <a:headEnd/>
              <a:tailEnd/>
            </a:ln>
          </p:spPr>
          <p:txBody>
            <a:bodyPr wrap="none" anchor="ctr">
              <a:prstTxWarp prst="textNoShape">
                <a:avLst/>
              </a:prstTxWarp>
            </a:bodyPr>
            <a:lstStyle/>
            <a:p>
              <a:endParaRPr lang="en-US"/>
            </a:p>
          </p:txBody>
        </p:sp>
        <p:sp>
          <p:nvSpPr>
            <p:cNvPr id="65650" name="Oval 127"/>
            <p:cNvSpPr>
              <a:spLocks noChangeArrowheads="1"/>
            </p:cNvSpPr>
            <p:nvPr/>
          </p:nvSpPr>
          <p:spPr bwMode="auto">
            <a:xfrm>
              <a:off x="2137" y="3654"/>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51" name="Oval 128"/>
            <p:cNvSpPr>
              <a:spLocks noChangeArrowheads="1"/>
            </p:cNvSpPr>
            <p:nvPr/>
          </p:nvSpPr>
          <p:spPr bwMode="auto">
            <a:xfrm>
              <a:off x="2819" y="3640"/>
              <a:ext cx="96" cy="96"/>
            </a:xfrm>
            <a:prstGeom prst="ellipse">
              <a:avLst/>
            </a:prstGeom>
            <a:solidFill>
              <a:srgbClr val="800000"/>
            </a:solidFill>
            <a:ln w="9525">
              <a:solidFill>
                <a:srgbClr val="800000"/>
              </a:solidFill>
              <a:round/>
              <a:headEnd/>
              <a:tailEnd/>
            </a:ln>
          </p:spPr>
          <p:txBody>
            <a:bodyPr wrap="none" anchor="ctr">
              <a:prstTxWarp prst="textNoShape">
                <a:avLst/>
              </a:prstTxWarp>
            </a:bodyPr>
            <a:lstStyle/>
            <a:p>
              <a:endParaRPr lang="en-US"/>
            </a:p>
          </p:txBody>
        </p:sp>
        <p:sp>
          <p:nvSpPr>
            <p:cNvPr id="65652" name="Oval 129"/>
            <p:cNvSpPr>
              <a:spLocks noChangeArrowheads="1"/>
            </p:cNvSpPr>
            <p:nvPr/>
          </p:nvSpPr>
          <p:spPr bwMode="auto">
            <a:xfrm>
              <a:off x="2601" y="3654"/>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53" name="Oval 130"/>
            <p:cNvSpPr>
              <a:spLocks noChangeArrowheads="1"/>
            </p:cNvSpPr>
            <p:nvPr/>
          </p:nvSpPr>
          <p:spPr bwMode="auto">
            <a:xfrm>
              <a:off x="3283" y="3640"/>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654" name="Oval 131"/>
            <p:cNvSpPr>
              <a:spLocks noChangeArrowheads="1"/>
            </p:cNvSpPr>
            <p:nvPr/>
          </p:nvSpPr>
          <p:spPr bwMode="auto">
            <a:xfrm>
              <a:off x="3064" y="3654"/>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55" name="Text Box 132"/>
            <p:cNvSpPr txBox="1">
              <a:spLocks noChangeArrowheads="1"/>
            </p:cNvSpPr>
            <p:nvPr/>
          </p:nvSpPr>
          <p:spPr bwMode="auto">
            <a:xfrm>
              <a:off x="288" y="3572"/>
              <a:ext cx="225" cy="233"/>
            </a:xfrm>
            <a:prstGeom prst="rect">
              <a:avLst/>
            </a:prstGeom>
            <a:noFill/>
            <a:ln w="9525">
              <a:noFill/>
              <a:miter lim="800000"/>
              <a:headEnd/>
              <a:tailEnd/>
            </a:ln>
          </p:spPr>
          <p:txBody>
            <a:bodyPr wrap="none">
              <a:prstTxWarp prst="textNoShape">
                <a:avLst/>
              </a:prstTxWarp>
              <a:spAutoFit/>
            </a:bodyPr>
            <a:lstStyle/>
            <a:p>
              <a:r>
                <a:rPr lang="en-US">
                  <a:latin typeface="Trebuchet MS" pitchFamily="-109" charset="0"/>
                </a:rPr>
                <a:t>s</a:t>
              </a:r>
              <a:r>
                <a:rPr lang="en-US" baseline="-25000">
                  <a:latin typeface="Trebuchet MS" pitchFamily="-109" charset="0"/>
                </a:rPr>
                <a:t>0</a:t>
              </a:r>
            </a:p>
          </p:txBody>
        </p:sp>
        <p:sp>
          <p:nvSpPr>
            <p:cNvPr id="65656" name="Oval 133"/>
            <p:cNvSpPr>
              <a:spLocks noChangeArrowheads="1"/>
            </p:cNvSpPr>
            <p:nvPr/>
          </p:nvSpPr>
          <p:spPr bwMode="auto">
            <a:xfrm>
              <a:off x="3746" y="3640"/>
              <a:ext cx="96" cy="96"/>
            </a:xfrm>
            <a:prstGeom prst="ellipse">
              <a:avLst/>
            </a:prstGeom>
            <a:solidFill>
              <a:srgbClr val="FF6600"/>
            </a:solidFill>
            <a:ln w="9525">
              <a:solidFill>
                <a:srgbClr val="FF6600"/>
              </a:solidFill>
              <a:round/>
              <a:headEnd/>
              <a:tailEnd/>
            </a:ln>
          </p:spPr>
          <p:txBody>
            <a:bodyPr wrap="none" anchor="ctr">
              <a:prstTxWarp prst="textNoShape">
                <a:avLst/>
              </a:prstTxWarp>
            </a:bodyPr>
            <a:lstStyle/>
            <a:p>
              <a:endParaRPr lang="en-US"/>
            </a:p>
          </p:txBody>
        </p:sp>
        <p:sp>
          <p:nvSpPr>
            <p:cNvPr id="65657" name="Oval 134"/>
            <p:cNvSpPr>
              <a:spLocks noChangeArrowheads="1"/>
            </p:cNvSpPr>
            <p:nvPr/>
          </p:nvSpPr>
          <p:spPr bwMode="auto">
            <a:xfrm>
              <a:off x="3528" y="3654"/>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58" name="Oval 136"/>
            <p:cNvSpPr>
              <a:spLocks noChangeArrowheads="1"/>
            </p:cNvSpPr>
            <p:nvPr/>
          </p:nvSpPr>
          <p:spPr bwMode="auto">
            <a:xfrm>
              <a:off x="3991" y="3654"/>
              <a:ext cx="69" cy="69"/>
            </a:xfrm>
            <a:prstGeom prst="ellipse">
              <a:avLst/>
            </a:prstGeom>
            <a:solidFill>
              <a:srgbClr val="3366FF"/>
            </a:solidFill>
            <a:ln w="9525">
              <a:solidFill>
                <a:srgbClr val="3366FF"/>
              </a:solidFill>
              <a:round/>
              <a:headEnd/>
              <a:tailEnd/>
            </a:ln>
          </p:spPr>
          <p:txBody>
            <a:bodyPr wrap="none" anchor="ctr">
              <a:prstTxWarp prst="textNoShape">
                <a:avLst/>
              </a:prstTxWarp>
            </a:bodyPr>
            <a:lstStyle/>
            <a:p>
              <a:endParaRPr lang="en-US"/>
            </a:p>
          </p:txBody>
        </p:sp>
        <p:sp>
          <p:nvSpPr>
            <p:cNvPr id="65659" name="Text Box 137"/>
            <p:cNvSpPr txBox="1">
              <a:spLocks noChangeArrowheads="1"/>
            </p:cNvSpPr>
            <p:nvPr/>
          </p:nvSpPr>
          <p:spPr bwMode="auto">
            <a:xfrm>
              <a:off x="4572" y="2936"/>
              <a:ext cx="747" cy="233"/>
            </a:xfrm>
            <a:prstGeom prst="rect">
              <a:avLst/>
            </a:prstGeom>
            <a:noFill/>
            <a:ln w="9525">
              <a:noFill/>
              <a:miter lim="800000"/>
              <a:headEnd/>
              <a:tailEnd/>
            </a:ln>
          </p:spPr>
          <p:txBody>
            <a:bodyPr wrap="none">
              <a:prstTxWarp prst="textNoShape">
                <a:avLst/>
              </a:prstTxWarp>
              <a:spAutoFit/>
            </a:bodyPr>
            <a:lstStyle/>
            <a:p>
              <a:r>
                <a:rPr lang="en-US" dirty="0">
                  <a:latin typeface="Trebuchet MS" pitchFamily="-109" charset="0"/>
                </a:rPr>
                <a:t>G</a:t>
              </a:r>
              <a:r>
                <a:rPr lang="en-US" baseline="-25000" dirty="0">
                  <a:latin typeface="Trebuchet MS" pitchFamily="-109" charset="0"/>
                </a:rPr>
                <a:t>2</a:t>
              </a:r>
              <a:r>
                <a:rPr lang="en-US" dirty="0">
                  <a:latin typeface="Trebuchet MS" pitchFamily="-109" charset="0"/>
                </a:rPr>
                <a:t>(s) = +1</a:t>
              </a:r>
              <a:endParaRPr lang="en-US" baseline="-25000" dirty="0">
                <a:latin typeface="Trebuchet MS" pitchFamily="-109" charset="0"/>
              </a:endParaRPr>
            </a:p>
          </p:txBody>
        </p:sp>
        <p:sp>
          <p:nvSpPr>
            <p:cNvPr id="65660" name="Text Box 138"/>
            <p:cNvSpPr txBox="1">
              <a:spLocks noChangeArrowheads="1"/>
            </p:cNvSpPr>
            <p:nvPr/>
          </p:nvSpPr>
          <p:spPr bwMode="auto">
            <a:xfrm>
              <a:off x="4572" y="3148"/>
              <a:ext cx="724" cy="233"/>
            </a:xfrm>
            <a:prstGeom prst="rect">
              <a:avLst/>
            </a:prstGeom>
            <a:noFill/>
            <a:ln w="9525">
              <a:noFill/>
              <a:miter lim="800000"/>
              <a:headEnd/>
              <a:tailEnd/>
            </a:ln>
          </p:spPr>
          <p:txBody>
            <a:bodyPr wrap="none">
              <a:prstTxWarp prst="textNoShape">
                <a:avLst/>
              </a:prstTxWarp>
              <a:spAutoFit/>
            </a:bodyPr>
            <a:lstStyle/>
            <a:p>
              <a:r>
                <a:rPr lang="en-US" dirty="0">
                  <a:latin typeface="Trebuchet MS" pitchFamily="-109" charset="0"/>
                </a:rPr>
                <a:t>G</a:t>
              </a:r>
              <a:r>
                <a:rPr lang="en-US" baseline="-25000" dirty="0">
                  <a:latin typeface="Trebuchet MS" pitchFamily="-109" charset="0"/>
                </a:rPr>
                <a:t>3</a:t>
              </a:r>
              <a:r>
                <a:rPr lang="en-US" dirty="0">
                  <a:latin typeface="Trebuchet MS" pitchFamily="-109" charset="0"/>
                </a:rPr>
                <a:t>(s) = -5</a:t>
              </a:r>
              <a:endParaRPr lang="en-US" baseline="-25000" dirty="0">
                <a:latin typeface="Trebuchet MS" pitchFamily="-109" charset="0"/>
              </a:endParaRPr>
            </a:p>
          </p:txBody>
        </p:sp>
        <p:sp>
          <p:nvSpPr>
            <p:cNvPr id="65661" name="Text Box 139"/>
            <p:cNvSpPr txBox="1">
              <a:spLocks noChangeArrowheads="1"/>
            </p:cNvSpPr>
            <p:nvPr/>
          </p:nvSpPr>
          <p:spPr bwMode="auto">
            <a:xfrm>
              <a:off x="4572" y="3580"/>
              <a:ext cx="747" cy="233"/>
            </a:xfrm>
            <a:prstGeom prst="rect">
              <a:avLst/>
            </a:prstGeom>
            <a:noFill/>
            <a:ln w="9525">
              <a:noFill/>
              <a:miter lim="800000"/>
              <a:headEnd/>
              <a:tailEnd/>
            </a:ln>
          </p:spPr>
          <p:txBody>
            <a:bodyPr wrap="none">
              <a:prstTxWarp prst="textNoShape">
                <a:avLst/>
              </a:prstTxWarp>
              <a:spAutoFit/>
            </a:bodyPr>
            <a:lstStyle/>
            <a:p>
              <a:r>
                <a:rPr lang="en-US" dirty="0">
                  <a:latin typeface="Trebuchet MS" pitchFamily="-109" charset="0"/>
                </a:rPr>
                <a:t>G</a:t>
              </a:r>
              <a:r>
                <a:rPr lang="en-US" baseline="-25000" dirty="0">
                  <a:latin typeface="Trebuchet MS" pitchFamily="-109" charset="0"/>
                </a:rPr>
                <a:t>4</a:t>
              </a:r>
              <a:r>
                <a:rPr lang="en-US" dirty="0">
                  <a:latin typeface="Trebuchet MS" pitchFamily="-109" charset="0"/>
                </a:rPr>
                <a:t>(s) = +4</a:t>
              </a:r>
              <a:endParaRPr lang="en-US" baseline="-25000" dirty="0">
                <a:latin typeface="Trebuchet MS" pitchFamily="-109" charset="0"/>
              </a:endParaRPr>
            </a:p>
          </p:txBody>
        </p:sp>
        <p:sp>
          <p:nvSpPr>
            <p:cNvPr id="65662" name="Text Box 140"/>
            <p:cNvSpPr txBox="1">
              <a:spLocks noChangeArrowheads="1"/>
            </p:cNvSpPr>
            <p:nvPr/>
          </p:nvSpPr>
          <p:spPr bwMode="auto">
            <a:xfrm>
              <a:off x="3168" y="3906"/>
              <a:ext cx="2178" cy="250"/>
            </a:xfrm>
            <a:prstGeom prst="rect">
              <a:avLst/>
            </a:prstGeom>
            <a:noFill/>
            <a:ln w="9525">
              <a:noFill/>
              <a:miter lim="800000"/>
              <a:headEnd/>
              <a:tailEnd/>
            </a:ln>
          </p:spPr>
          <p:txBody>
            <a:bodyPr wrap="none">
              <a:prstTxWarp prst="textNoShape">
                <a:avLst/>
              </a:prstTxWarp>
              <a:spAutoFit/>
            </a:bodyPr>
            <a:lstStyle/>
            <a:p>
              <a:r>
                <a:rPr lang="en-US" sz="2000">
                  <a:latin typeface="Trebuchet MS" pitchFamily="-109" charset="0"/>
                </a:rPr>
                <a:t>V</a:t>
              </a:r>
              <a:r>
                <a:rPr lang="en-US" sz="2000" baseline="30000">
                  <a:latin typeface="Symbol" pitchFamily="-109" charset="2"/>
                  <a:sym typeface="Symbol" pitchFamily="-109" charset="2"/>
                </a:rPr>
                <a:t></a:t>
              </a:r>
              <a:r>
                <a:rPr lang="en-US" sz="2000">
                  <a:latin typeface="Trebuchet MS" pitchFamily="-109" charset="0"/>
                </a:rPr>
                <a:t>(s) ≈ (2 + 1 – 5 + 4)/4 = 0.5</a:t>
              </a:r>
              <a:endParaRPr lang="en-US" sz="2000" baseline="-25000">
                <a:latin typeface="Trebuchet MS" pitchFamily="-109" charset="0"/>
              </a:endParaRPr>
            </a:p>
          </p:txBody>
        </p:sp>
        <p:sp>
          <p:nvSpPr>
            <p:cNvPr id="65663" name="Rectangle 142"/>
            <p:cNvSpPr>
              <a:spLocks noChangeArrowheads="1"/>
            </p:cNvSpPr>
            <p:nvPr/>
          </p:nvSpPr>
          <p:spPr bwMode="auto">
            <a:xfrm>
              <a:off x="4212" y="2790"/>
              <a:ext cx="96" cy="96"/>
            </a:xfrm>
            <a:prstGeom prst="rect">
              <a:avLst/>
            </a:prstGeom>
            <a:solidFill>
              <a:srgbClr val="808080"/>
            </a:solidFill>
            <a:ln w="9525">
              <a:solidFill>
                <a:srgbClr val="808080"/>
              </a:solidFill>
              <a:miter lim="800000"/>
              <a:headEnd/>
              <a:tailEnd/>
            </a:ln>
          </p:spPr>
          <p:txBody>
            <a:bodyPr wrap="none" anchor="ctr">
              <a:prstTxWarp prst="textNoShape">
                <a:avLst/>
              </a:prstTxWarp>
            </a:bodyPr>
            <a:lstStyle/>
            <a:p>
              <a:endParaRPr lang="en-US"/>
            </a:p>
          </p:txBody>
        </p:sp>
        <p:sp>
          <p:nvSpPr>
            <p:cNvPr id="65664" name="Rectangle 143"/>
            <p:cNvSpPr>
              <a:spLocks noChangeArrowheads="1"/>
            </p:cNvSpPr>
            <p:nvPr/>
          </p:nvSpPr>
          <p:spPr bwMode="auto">
            <a:xfrm>
              <a:off x="4212" y="3006"/>
              <a:ext cx="96" cy="96"/>
            </a:xfrm>
            <a:prstGeom prst="rect">
              <a:avLst/>
            </a:prstGeom>
            <a:solidFill>
              <a:srgbClr val="808080"/>
            </a:solidFill>
            <a:ln w="9525">
              <a:solidFill>
                <a:srgbClr val="808080"/>
              </a:solidFill>
              <a:miter lim="800000"/>
              <a:headEnd/>
              <a:tailEnd/>
            </a:ln>
          </p:spPr>
          <p:txBody>
            <a:bodyPr wrap="none" anchor="ctr">
              <a:prstTxWarp prst="textNoShape">
                <a:avLst/>
              </a:prstTxWarp>
            </a:bodyPr>
            <a:lstStyle/>
            <a:p>
              <a:endParaRPr lang="en-US"/>
            </a:p>
          </p:txBody>
        </p:sp>
        <p:sp>
          <p:nvSpPr>
            <p:cNvPr id="65665" name="Rectangle 144"/>
            <p:cNvSpPr>
              <a:spLocks noChangeArrowheads="1"/>
            </p:cNvSpPr>
            <p:nvPr/>
          </p:nvSpPr>
          <p:spPr bwMode="auto">
            <a:xfrm>
              <a:off x="4212" y="3216"/>
              <a:ext cx="96" cy="96"/>
            </a:xfrm>
            <a:prstGeom prst="rect">
              <a:avLst/>
            </a:prstGeom>
            <a:solidFill>
              <a:srgbClr val="808080"/>
            </a:solidFill>
            <a:ln w="9525">
              <a:solidFill>
                <a:srgbClr val="808080"/>
              </a:solidFill>
              <a:miter lim="800000"/>
              <a:headEnd/>
              <a:tailEnd/>
            </a:ln>
          </p:spPr>
          <p:txBody>
            <a:bodyPr wrap="none" anchor="ctr">
              <a:prstTxWarp prst="textNoShape">
                <a:avLst/>
              </a:prstTxWarp>
            </a:bodyPr>
            <a:lstStyle/>
            <a:p>
              <a:endParaRPr lang="en-US"/>
            </a:p>
          </p:txBody>
        </p:sp>
        <p:sp>
          <p:nvSpPr>
            <p:cNvPr id="65666" name="Rectangle 145"/>
            <p:cNvSpPr>
              <a:spLocks noChangeArrowheads="1"/>
            </p:cNvSpPr>
            <p:nvPr/>
          </p:nvSpPr>
          <p:spPr bwMode="auto">
            <a:xfrm>
              <a:off x="4212" y="3432"/>
              <a:ext cx="96" cy="96"/>
            </a:xfrm>
            <a:prstGeom prst="rect">
              <a:avLst/>
            </a:prstGeom>
            <a:solidFill>
              <a:srgbClr val="808080"/>
            </a:solidFill>
            <a:ln w="9525">
              <a:solidFill>
                <a:srgbClr val="808080"/>
              </a:solidFill>
              <a:miter lim="800000"/>
              <a:headEnd/>
              <a:tailEnd/>
            </a:ln>
          </p:spPr>
          <p:txBody>
            <a:bodyPr wrap="none" anchor="ctr">
              <a:prstTxWarp prst="textNoShape">
                <a:avLst/>
              </a:prstTxWarp>
            </a:bodyPr>
            <a:lstStyle/>
            <a:p>
              <a:endParaRPr lang="en-US"/>
            </a:p>
          </p:txBody>
        </p:sp>
        <p:sp>
          <p:nvSpPr>
            <p:cNvPr id="65667" name="Rectangle 146"/>
            <p:cNvSpPr>
              <a:spLocks noChangeArrowheads="1"/>
            </p:cNvSpPr>
            <p:nvPr/>
          </p:nvSpPr>
          <p:spPr bwMode="auto">
            <a:xfrm>
              <a:off x="4212" y="3636"/>
              <a:ext cx="96" cy="96"/>
            </a:xfrm>
            <a:prstGeom prst="rect">
              <a:avLst/>
            </a:prstGeom>
            <a:solidFill>
              <a:srgbClr val="808080"/>
            </a:solidFill>
            <a:ln w="9525">
              <a:solidFill>
                <a:srgbClr val="808080"/>
              </a:solidFill>
              <a:miter lim="800000"/>
              <a:headEnd/>
              <a:tailEnd/>
            </a:ln>
          </p:spPr>
          <p:txBody>
            <a:bodyPr wrap="none" anchor="ctr">
              <a:prstTxWarp prst="textNoShape">
                <a:avLst/>
              </a:prstTxWarp>
            </a:bodyPr>
            <a:lstStyle/>
            <a:p>
              <a:endParaRPr lang="en-US"/>
            </a:p>
          </p:txBody>
        </p:sp>
      </p:gr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5539" name="Rectangle 2"/>
              <p:cNvSpPr>
                <a:spLocks noGrp="1" noChangeArrowheads="1"/>
              </p:cNvSpPr>
              <p:nvPr>
                <p:ph type="title"/>
              </p:nvPr>
            </p:nvSpPr>
            <p:spPr/>
            <p:txBody>
              <a:bodyPr/>
              <a:lstStyle/>
              <a:p>
                <a:pPr eaLnBrk="1" hangingPunct="1"/>
                <a:r>
                  <a:rPr lang="en-US" dirty="0"/>
                  <a:t>Monte Carlo Estimate of </a:t>
                </a:r>
                <a14:m>
                  <m:oMath xmlns:m="http://schemas.openxmlformats.org/officeDocument/2006/math">
                    <m:r>
                      <a:rPr lang="en-US" b="0" i="1" smtClean="0">
                        <a:latin typeface="Cambria Math" panose="02040503050406030204" pitchFamily="18" charset="0"/>
                      </a:rPr>
                      <m:t>𝑉</m:t>
                    </m:r>
                  </m:oMath>
                </a14:m>
                <a:r>
                  <a:rPr lang="en-US" dirty="0"/>
                  <a:t> given policy </a:t>
                </a:r>
                <a14:m>
                  <m:oMath xmlns:m="http://schemas.openxmlformats.org/officeDocument/2006/math">
                    <m:r>
                      <m:rPr>
                        <m:sty m:val="p"/>
                      </m:rPr>
                      <a:rPr lang="en-US" b="0" i="1" smtClean="0">
                        <a:latin typeface="Cambria Math" panose="02040503050406030204" pitchFamily="18" charset="0"/>
                      </a:rPr>
                      <m:t>π</m:t>
                    </m:r>
                  </m:oMath>
                </a14:m>
                <a:endParaRPr lang="en-US" dirty="0"/>
              </a:p>
            </p:txBody>
          </p:sp>
        </mc:Choice>
        <mc:Fallback xmlns="">
          <p:sp>
            <p:nvSpPr>
              <p:cNvPr id="65539" name="Rectangle 2"/>
              <p:cNvSpPr>
                <a:spLocks noGrp="1" noRot="1" noChangeAspect="1" noMove="1" noResize="1" noEditPoints="1" noAdjustHandles="1" noChangeArrowheads="1" noChangeShapeType="1" noTextEdit="1"/>
              </p:cNvSpPr>
              <p:nvPr>
                <p:ph type="title"/>
              </p:nvPr>
            </p:nvSpPr>
            <p:spPr>
              <a:blipFill>
                <a:blip r:embed="rId3"/>
                <a:stretch>
                  <a:fillRect l="-2413"/>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65CE81E3-27B1-B0EA-2FE7-2EA8278FB0C9}"/>
              </a:ext>
            </a:extLst>
          </p:cNvPr>
          <p:cNvPicPr>
            <a:picLocks noChangeAspect="1"/>
          </p:cNvPicPr>
          <p:nvPr/>
        </p:nvPicPr>
        <p:blipFill>
          <a:blip r:embed="rId4"/>
          <a:stretch>
            <a:fillRect/>
          </a:stretch>
        </p:blipFill>
        <p:spPr>
          <a:xfrm>
            <a:off x="838200" y="1545522"/>
            <a:ext cx="7772400" cy="3624715"/>
          </a:xfrm>
          <a:prstGeom prst="rect">
            <a:avLst/>
          </a:prstGeom>
        </p:spPr>
      </p:pic>
      <p:sp>
        <p:nvSpPr>
          <p:cNvPr id="6" name="TextBox 5">
            <a:extLst>
              <a:ext uri="{FF2B5EF4-FFF2-40B4-BE49-F238E27FC236}">
                <a16:creationId xmlns:a16="http://schemas.microsoft.com/office/drawing/2014/main" id="{805EE8C1-C50D-67AC-79C3-AD1818181926}"/>
              </a:ext>
            </a:extLst>
          </p:cNvPr>
          <p:cNvSpPr txBox="1"/>
          <p:nvPr/>
        </p:nvSpPr>
        <p:spPr>
          <a:xfrm>
            <a:off x="2976880" y="5577840"/>
            <a:ext cx="4450080" cy="369332"/>
          </a:xfrm>
          <a:prstGeom prst="rect">
            <a:avLst/>
          </a:prstGeom>
          <a:noFill/>
        </p:spPr>
        <p:txBody>
          <a:bodyPr wrap="square" rtlCol="0">
            <a:spAutoFit/>
          </a:bodyPr>
          <a:lstStyle/>
          <a:p>
            <a:r>
              <a:rPr lang="en-US" dirty="0"/>
              <a:t>From Sutton and </a:t>
            </a:r>
            <a:r>
              <a:rPr lang="en-US" dirty="0" err="1"/>
              <a:t>Barto</a:t>
            </a:r>
            <a:r>
              <a:rPr lang="en-US" dirty="0"/>
              <a:t>, 2020</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0E5F3564-FC71-E723-B5B5-861FBDEE4E7B}"/>
                  </a:ext>
                </a:extLst>
              </p:cNvPr>
              <p:cNvSpPr txBox="1"/>
              <p:nvPr/>
            </p:nvSpPr>
            <p:spPr>
              <a:xfrm>
                <a:off x="8773298" y="1545522"/>
                <a:ext cx="3015048" cy="5078313"/>
              </a:xfrm>
              <a:prstGeom prst="rect">
                <a:avLst/>
              </a:prstGeom>
              <a:noFill/>
            </p:spPr>
            <p:txBody>
              <a:bodyPr wrap="square" rtlCol="0">
                <a:spAutoFit/>
              </a:bodyPr>
              <a:lstStyle/>
              <a:p>
                <a:r>
                  <a:rPr lang="en-US" sz="1800" dirty="0">
                    <a:effectLst/>
                    <a:latin typeface="CMR10"/>
                  </a:rPr>
                  <a:t>Both first-visit MC and every-visit MC converge to</a:t>
                </a:r>
                <a14:m>
                  <m:oMath xmlns:m="http://schemas.openxmlformats.org/officeDocument/2006/math">
                    <m:r>
                      <a:rPr lang="en-US" sz="1800" b="0" i="1" smtClean="0">
                        <a:effectLst/>
                        <a:latin typeface="Cambria Math" panose="02040503050406030204" pitchFamily="18" charset="0"/>
                      </a:rPr>
                      <m:t> </m:t>
                    </m:r>
                  </m:oMath>
                </a14:m>
                <a:r>
                  <a:rPr lang="en-US" sz="1800" dirty="0">
                    <a:effectLst/>
                    <a:latin typeface="CMR10"/>
                  </a:rPr>
                  <a: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𝑣</m:t>
                        </m:r>
                      </m:e>
                      <m:sup>
                        <m:r>
                          <a:rPr lang="en-US" b="0" i="1" smtClean="0">
                            <a:latin typeface="Cambria Math" panose="02040503050406030204" pitchFamily="18" charset="0"/>
                          </a:rPr>
                          <m:t>𝜋</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oMath>
                </a14:m>
                <a:r>
                  <a:rPr lang="en-US" dirty="0">
                    <a:latin typeface="CMMI10"/>
                  </a:rPr>
                  <a:t> </a:t>
                </a:r>
                <a:r>
                  <a:rPr lang="en-US" sz="1800" dirty="0">
                    <a:effectLst/>
                    <a:latin typeface="CMR10"/>
                  </a:rPr>
                  <a:t>as the number of visits (or first visits) to </a:t>
                </a:r>
                <a:r>
                  <a:rPr lang="en-US" sz="1800" dirty="0">
                    <a:effectLst/>
                    <a:latin typeface="CMMI10"/>
                  </a:rPr>
                  <a:t>s </a:t>
                </a:r>
                <a:r>
                  <a:rPr lang="en-US" sz="1800" dirty="0">
                    <a:effectLst/>
                    <a:latin typeface="CMR10"/>
                  </a:rPr>
                  <a:t>goes to infinity. Theoretically, first-visit MC is easier to prove convergence.</a:t>
                </a:r>
              </a:p>
              <a:p>
                <a:endParaRPr lang="en-US" dirty="0">
                  <a:latin typeface="CMR10"/>
                </a:endParaRPr>
              </a:p>
              <a:p>
                <a:r>
                  <a:rPr lang="en-US" dirty="0">
                    <a:latin typeface="CMR10"/>
                  </a:rPr>
                  <a:t>In this algorithm, an episode is executed first. Then, the states in the episode are visited backwards from the end using a recursive formula for Cumulative Discounted Rewards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r>
                      <a:rPr lang="en-US" b="0" i="1" smtClean="0">
                        <a:latin typeface="Cambria Math" panose="02040503050406030204" pitchFamily="18" charset="0"/>
                      </a:rPr>
                      <m:t>. </m:t>
                    </m:r>
                  </m:oMath>
                </a14:m>
                <a:endParaRPr lang="en-US" b="0" dirty="0">
                  <a:latin typeface="CMR10"/>
                </a:endParaRPr>
              </a:p>
              <a:p>
                <a:endParaRPr lang="en-US" dirty="0">
                  <a:latin typeface="CMR10"/>
                </a:endParaRPr>
              </a:p>
              <a:p>
                <a:r>
                  <a:rPr lang="en-US" b="0" dirty="0">
                    <a:latin typeface="CMR10"/>
                  </a:rPr>
                  <a:t>Only the first occurrence of a state is considered. </a:t>
                </a:r>
              </a:p>
              <a:p>
                <a:endParaRPr lang="en-US" dirty="0"/>
              </a:p>
            </p:txBody>
          </p:sp>
        </mc:Choice>
        <mc:Fallback>
          <p:sp>
            <p:nvSpPr>
              <p:cNvPr id="7" name="TextBox 6">
                <a:extLst>
                  <a:ext uri="{FF2B5EF4-FFF2-40B4-BE49-F238E27FC236}">
                    <a16:creationId xmlns:a16="http://schemas.microsoft.com/office/drawing/2014/main" id="{0E5F3564-FC71-E723-B5B5-861FBDEE4E7B}"/>
                  </a:ext>
                </a:extLst>
              </p:cNvPr>
              <p:cNvSpPr txBox="1">
                <a:spLocks noRot="1" noChangeAspect="1" noMove="1" noResize="1" noEditPoints="1" noAdjustHandles="1" noChangeArrowheads="1" noChangeShapeType="1" noTextEdit="1"/>
              </p:cNvSpPr>
              <p:nvPr/>
            </p:nvSpPr>
            <p:spPr>
              <a:xfrm>
                <a:off x="8773298" y="1545522"/>
                <a:ext cx="3015048" cy="5078313"/>
              </a:xfrm>
              <a:prstGeom prst="rect">
                <a:avLst/>
              </a:prstGeom>
              <a:blipFill>
                <a:blip r:embed="rId5"/>
                <a:stretch>
                  <a:fillRect l="-1674" t="-499" r="-2510"/>
                </a:stretch>
              </a:blipFill>
            </p:spPr>
            <p:txBody>
              <a:bodyPr/>
              <a:lstStyle/>
              <a:p>
                <a:r>
                  <a:rPr lang="en-US">
                    <a:noFill/>
                  </a:rPr>
                  <a:t> </a:t>
                </a:r>
              </a:p>
            </p:txBody>
          </p:sp>
        </mc:Fallback>
      </mc:AlternateContent>
    </p:spTree>
    <p:extLst>
      <p:ext uri="{BB962C8B-B14F-4D97-AF65-F5344CB8AC3E}">
        <p14:creationId xmlns:p14="http://schemas.microsoft.com/office/powerpoint/2010/main" val="215020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5539" name="Rectangle 2"/>
              <p:cNvSpPr>
                <a:spLocks noGrp="1" noChangeArrowheads="1"/>
              </p:cNvSpPr>
              <p:nvPr>
                <p:ph type="title"/>
              </p:nvPr>
            </p:nvSpPr>
            <p:spPr>
              <a:xfrm>
                <a:off x="325120" y="365125"/>
                <a:ext cx="11028680" cy="1325563"/>
              </a:xfrm>
            </p:spPr>
            <p:txBody>
              <a:bodyPr/>
              <a:lstStyle/>
              <a:p>
                <a:pPr eaLnBrk="1" hangingPunct="1"/>
                <a:r>
                  <a:rPr lang="en-US" dirty="0"/>
                  <a:t>Monte Carlo estimate of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r>
                  <a:rPr lang="en-US" dirty="0"/>
                  <a:t> given policy </a:t>
                </a:r>
                <a14:m>
                  <m:oMath xmlns:m="http://schemas.openxmlformats.org/officeDocument/2006/math">
                    <m:r>
                      <m:rPr>
                        <m:sty m:val="p"/>
                      </m:rPr>
                      <a:rPr lang="en-US" b="0" i="1" smtClean="0">
                        <a:latin typeface="Cambria Math" panose="02040503050406030204" pitchFamily="18" charset="0"/>
                      </a:rPr>
                      <m:t>π</m:t>
                    </m:r>
                  </m:oMath>
                </a14:m>
                <a:endParaRPr lang="en-US" dirty="0"/>
              </a:p>
            </p:txBody>
          </p:sp>
        </mc:Choice>
        <mc:Fallback xmlns="">
          <p:sp>
            <p:nvSpPr>
              <p:cNvPr id="65539" name="Rectangle 2"/>
              <p:cNvSpPr>
                <a:spLocks noGrp="1" noRot="1" noChangeAspect="1" noMove="1" noResize="1" noEditPoints="1" noAdjustHandles="1" noChangeArrowheads="1" noChangeShapeType="1" noTextEdit="1"/>
              </p:cNvSpPr>
              <p:nvPr>
                <p:ph type="title"/>
              </p:nvPr>
            </p:nvSpPr>
            <p:spPr>
              <a:xfrm>
                <a:off x="325120" y="365125"/>
                <a:ext cx="11028680" cy="1325563"/>
              </a:xfrm>
              <a:blipFill>
                <a:blip r:embed="rId3"/>
                <a:stretch>
                  <a:fillRect l="-21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05EE8C1-C50D-67AC-79C3-AD1818181926}"/>
                  </a:ext>
                </a:extLst>
              </p:cNvPr>
              <p:cNvSpPr txBox="1"/>
              <p:nvPr/>
            </p:nvSpPr>
            <p:spPr>
              <a:xfrm>
                <a:off x="1036320" y="1690688"/>
                <a:ext cx="9276080" cy="4154984"/>
              </a:xfrm>
              <a:prstGeom prst="rect">
                <a:avLst/>
              </a:prstGeom>
              <a:noFill/>
            </p:spPr>
            <p:txBody>
              <a:bodyPr wrap="square" rtlCol="0">
                <a:spAutoFit/>
              </a:bodyPr>
              <a:lstStyle/>
              <a:p>
                <a:r>
                  <a:rPr lang="en-US" sz="2400" dirty="0"/>
                  <a:t>The algorithm is similar to the algorithm for estimating </a:t>
                </a:r>
                <a14:m>
                  <m:oMath xmlns:m="http://schemas.openxmlformats.org/officeDocument/2006/math">
                    <m:r>
                      <a:rPr lang="en-US" sz="2400" b="0" i="1" smtClean="0">
                        <a:latin typeface="Cambria Math" panose="02040503050406030204" pitchFamily="18" charset="0"/>
                      </a:rPr>
                      <m:t>𝑉</m:t>
                    </m:r>
                    <m:r>
                      <a:rPr lang="en-US" sz="2400" b="0" i="1" smtClean="0">
                        <a:latin typeface="Cambria Math" panose="02040503050406030204" pitchFamily="18" charset="0"/>
                      </a:rPr>
                      <m:t>(</m:t>
                    </m:r>
                    <m:r>
                      <a:rPr lang="en-US" sz="2400" b="0" i="1" smtClean="0">
                        <a:latin typeface="Cambria Math" panose="02040503050406030204" pitchFamily="18" charset="0"/>
                      </a:rPr>
                      <m:t>𝑠</m:t>
                    </m:r>
                    <m:r>
                      <a:rPr lang="en-US" sz="2400" b="0" i="1" smtClean="0">
                        <a:latin typeface="Cambria Math" panose="02040503050406030204" pitchFamily="18" charset="0"/>
                      </a:rPr>
                      <m:t>)</m:t>
                    </m:r>
                  </m:oMath>
                </a14:m>
                <a:r>
                  <a:rPr lang="en-US" sz="2400" dirty="0"/>
                  <a:t>. We have to estimate </a:t>
                </a:r>
                <a14:m>
                  <m:oMath xmlns:m="http://schemas.openxmlformats.org/officeDocument/2006/math">
                    <m:r>
                      <a:rPr lang="en-US" sz="2400" b="0" i="1" smtClean="0">
                        <a:latin typeface="Cambria Math" panose="02040503050406030204" pitchFamily="18" charset="0"/>
                      </a:rPr>
                      <m:t>𝑄</m:t>
                    </m:r>
                    <m:r>
                      <a:rPr lang="en-US" sz="2400" b="0" i="1" smtClean="0">
                        <a:latin typeface="Cambria Math" panose="02040503050406030204" pitchFamily="18" charset="0"/>
                      </a:rPr>
                      <m:t>(</m:t>
                    </m:r>
                    <m:r>
                      <a:rPr lang="en-US" sz="2400" b="0" i="1" smtClean="0">
                        <a:latin typeface="Cambria Math" panose="02040503050406030204" pitchFamily="18" charset="0"/>
                      </a:rPr>
                      <m:t>𝑠</m:t>
                    </m:r>
                    <m:r>
                      <a:rPr lang="en-US" sz="2400" b="0" i="1" smtClean="0">
                        <a:latin typeface="Cambria Math" panose="02040503050406030204" pitchFamily="18" charset="0"/>
                      </a:rPr>
                      <m:t>,</m:t>
                    </m:r>
                    <m:r>
                      <a:rPr lang="en-US" sz="2400" b="0" i="1" smtClean="0">
                        <a:latin typeface="Cambria Math" panose="02040503050406030204" pitchFamily="18" charset="0"/>
                      </a:rPr>
                      <m:t>𝑎</m:t>
                    </m:r>
                    <m:r>
                      <a:rPr lang="en-US" sz="2400" b="0" i="1" smtClean="0">
                        <a:latin typeface="Cambria Math" panose="02040503050406030204" pitchFamily="18" charset="0"/>
                      </a:rPr>
                      <m:t>)</m:t>
                    </m:r>
                  </m:oMath>
                </a14:m>
                <a:r>
                  <a:rPr lang="en-US" sz="2400" dirty="0"/>
                  <a:t> if we want to obtain policies. </a:t>
                </a:r>
              </a:p>
              <a:p>
                <a:endParaRPr lang="en-US" sz="2400" dirty="0"/>
              </a:p>
              <a:p>
                <a:r>
                  <a:rPr lang="en-US" sz="2400" dirty="0"/>
                  <a:t>Loop for every state </a:t>
                </a:r>
                <a14:m>
                  <m:oMath xmlns:m="http://schemas.openxmlformats.org/officeDocument/2006/math">
                    <m:r>
                      <a:rPr lang="en-US" sz="2400" b="0" i="1" smtClean="0">
                        <a:latin typeface="Cambria Math" panose="02040503050406030204" pitchFamily="18" charset="0"/>
                      </a:rPr>
                      <m:t>𝑠</m:t>
                    </m:r>
                    <m:r>
                      <a:rPr lang="en-US" sz="2400" b="0" i="1" smtClean="0">
                        <a:latin typeface="Cambria Math" panose="02040503050406030204" pitchFamily="18" charset="0"/>
                      </a:rPr>
                      <m:t>∈</m:t>
                    </m:r>
                    <m:r>
                      <a:rPr lang="en-US" sz="2400" b="0" i="1" smtClean="0">
                        <a:latin typeface="Cambria Math" panose="02040503050406030204" pitchFamily="18" charset="0"/>
                      </a:rPr>
                      <m:t>𝑆</m:t>
                    </m:r>
                    <m:r>
                      <a:rPr lang="en-US" sz="2400" b="0" i="1" smtClean="0">
                        <a:latin typeface="Cambria Math" panose="02040503050406030204" pitchFamily="18" charset="0"/>
                      </a:rPr>
                      <m:t> </m:t>
                    </m:r>
                  </m:oMath>
                </a14:m>
                <a:endParaRPr lang="en-US" sz="2400" b="0" dirty="0"/>
              </a:p>
              <a:p>
                <a:r>
                  <a:rPr lang="en-US" sz="2400" dirty="0"/>
                  <a:t>    Loop for ever action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𝐴</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𝑠</m:t>
                        </m:r>
                      </m:e>
                    </m:d>
                  </m:oMath>
                </a14:m>
                <a:endParaRPr lang="en-US" sz="2400" b="0" dirty="0"/>
              </a:p>
              <a:p>
                <a:r>
                  <a:rPr lang="en-US" sz="2400" dirty="0"/>
                  <a:t>         Start from </a:t>
                </a:r>
                <a14:m>
                  <m:oMath xmlns:m="http://schemas.openxmlformats.org/officeDocument/2006/math">
                    <m:r>
                      <a:rPr lang="en-US" sz="2400" b="0" i="1" smtClean="0">
                        <a:latin typeface="Cambria Math" panose="02040503050406030204" pitchFamily="18" charset="0"/>
                      </a:rPr>
                      <m:t>𝑠</m:t>
                    </m:r>
                  </m:oMath>
                </a14:m>
                <a:r>
                  <a:rPr lang="en-US" sz="2400" dirty="0"/>
                  <a:t>, perform action </a:t>
                </a:r>
                <a14:m>
                  <m:oMath xmlns:m="http://schemas.openxmlformats.org/officeDocument/2006/math">
                    <m:r>
                      <a:rPr lang="en-US" sz="2400" b="0" i="1" smtClean="0">
                        <a:latin typeface="Cambria Math" panose="02040503050406030204" pitchFamily="18" charset="0"/>
                      </a:rPr>
                      <m:t>𝑎</m:t>
                    </m:r>
                  </m:oMath>
                </a14:m>
                <a:r>
                  <a:rPr lang="en-US" sz="2400" dirty="0"/>
                  <a:t> </a:t>
                </a:r>
              </a:p>
              <a:p>
                <a:r>
                  <a:rPr lang="en-US" sz="2400" dirty="0"/>
                  <a:t>	(which may or may not be according to policy), </a:t>
                </a:r>
              </a:p>
              <a:p>
                <a:r>
                  <a:rPr lang="en-US" sz="2400" dirty="0"/>
                  <a:t>	and then perform future actions according to policy</a:t>
                </a:r>
              </a:p>
              <a:p>
                <a:r>
                  <a:rPr lang="en-US" sz="2400" dirty="0"/>
                  <a:t>          </a:t>
                </a:r>
                <a14:m>
                  <m:oMath xmlns:m="http://schemas.openxmlformats.org/officeDocument/2006/math">
                    <m:r>
                      <a:rPr lang="en-US" sz="2400" b="0" i="1" smtClean="0">
                        <a:latin typeface="Cambria Math" panose="02040503050406030204" pitchFamily="18" charset="0"/>
                      </a:rPr>
                      <m:t>𝑄</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𝑠</m:t>
                        </m:r>
                        <m:r>
                          <a:rPr lang="en-US" sz="2400" b="0" i="1" smtClean="0">
                            <a:latin typeface="Cambria Math" panose="02040503050406030204" pitchFamily="18" charset="0"/>
                          </a:rPr>
                          <m:t>,</m:t>
                        </m:r>
                        <m:r>
                          <a:rPr lang="en-US" sz="2400" b="0" i="1" smtClean="0">
                            <a:latin typeface="Cambria Math" panose="02040503050406030204" pitchFamily="18" charset="0"/>
                          </a:rPr>
                          <m:t>𝑎</m:t>
                        </m:r>
                      </m:e>
                    </m:d>
                    <m:r>
                      <a:rPr lang="en-US" sz="2400" b="0" i="1" smtClean="0">
                        <a:latin typeface="Cambria Math" panose="02040503050406030204" pitchFamily="18" charset="0"/>
                      </a:rPr>
                      <m:t>←</m:t>
                    </m:r>
                    <m:r>
                      <a:rPr lang="en-US" sz="2400" b="0" i="1" smtClean="0">
                        <a:latin typeface="Cambria Math" panose="02040503050406030204" pitchFamily="18" charset="0"/>
                      </a:rPr>
                      <m:t>𝑎𝑣𝑒𝑟𝑎𝑔𝑒</m:t>
                    </m:r>
                    <m:r>
                      <a:rPr lang="en-US" sz="2400" b="0" i="1" smtClean="0">
                        <a:latin typeface="Cambria Math" panose="02040503050406030204" pitchFamily="18" charset="0"/>
                      </a:rPr>
                      <m:t> </m:t>
                    </m:r>
                    <m:r>
                      <a:rPr lang="en-US" sz="2400" b="0" i="1" smtClean="0">
                        <a:latin typeface="Cambria Math" panose="02040503050406030204" pitchFamily="18" charset="0"/>
                      </a:rPr>
                      <m:t>𝑣𝑎𝑙𝑢𝑒</m:t>
                    </m:r>
                    <m:r>
                      <a:rPr lang="en-US" sz="2400" b="0" i="1" smtClean="0">
                        <a:latin typeface="Cambria Math" panose="02040503050406030204" pitchFamily="18" charset="0"/>
                      </a:rPr>
                      <m:t> </m:t>
                    </m:r>
                    <m:r>
                      <a:rPr lang="en-US" sz="2400" b="0" i="1" smtClean="0">
                        <a:latin typeface="Cambria Math" panose="02040503050406030204" pitchFamily="18" charset="0"/>
                      </a:rPr>
                      <m:t>𝑜𝑓</m:t>
                    </m:r>
                    <m:r>
                      <a:rPr lang="en-US" sz="2400" b="0" i="1" smtClean="0">
                        <a:latin typeface="Cambria Math" panose="02040503050406030204" pitchFamily="18" charset="0"/>
                      </a:rPr>
                      <m:t> </m:t>
                    </m:r>
                    <m:r>
                      <a:rPr lang="en-US" sz="2400" b="0" i="1" smtClean="0">
                        <a:latin typeface="Cambria Math" panose="02040503050406030204" pitchFamily="18" charset="0"/>
                      </a:rPr>
                      <m:t>𝑎𝑙𝑙</m:t>
                    </m:r>
                    <m:r>
                      <a:rPr lang="en-US" sz="2400" b="0" i="1" smtClean="0">
                        <a:latin typeface="Cambria Math" panose="02040503050406030204" pitchFamily="18" charset="0"/>
                      </a:rPr>
                      <m:t> </m:t>
                    </m:r>
                    <m:r>
                      <a:rPr lang="en-US" sz="2400" b="0" i="1" smtClean="0">
                        <a:latin typeface="Cambria Math" panose="02040503050406030204" pitchFamily="18" charset="0"/>
                      </a:rPr>
                      <m:t>𝑄</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𝑠</m:t>
                        </m:r>
                        <m:r>
                          <a:rPr lang="en-US" sz="2400" b="0" i="1" smtClean="0">
                            <a:latin typeface="Cambria Math" panose="02040503050406030204" pitchFamily="18" charset="0"/>
                          </a:rPr>
                          <m:t>,</m:t>
                        </m:r>
                        <m:r>
                          <a:rPr lang="en-US" sz="2400" b="0" i="1" smtClean="0">
                            <a:latin typeface="Cambria Math" panose="02040503050406030204" pitchFamily="18" charset="0"/>
                          </a:rPr>
                          <m:t>𝑎</m:t>
                        </m:r>
                      </m:e>
                    </m:d>
                    <m:r>
                      <a:rPr lang="en-US" sz="2400" b="0" i="1" smtClean="0">
                        <a:latin typeface="Cambria Math" panose="02040503050406030204" pitchFamily="18" charset="0"/>
                      </a:rPr>
                      <m:t> </m:t>
                    </m:r>
                    <m:r>
                      <a:rPr lang="en-US" sz="2400" b="0" i="1" smtClean="0">
                        <a:latin typeface="Cambria Math" panose="02040503050406030204" pitchFamily="18" charset="0"/>
                      </a:rPr>
                      <m:t>𝑣𝑎𝑙𝑢𝑒𝑠</m:t>
                    </m:r>
                    <m:r>
                      <a:rPr lang="en-US" sz="2400" b="0" i="1" smtClean="0">
                        <a:latin typeface="Cambria Math" panose="02040503050406030204" pitchFamily="18" charset="0"/>
                      </a:rPr>
                      <m:t> </m:t>
                    </m:r>
                    <m:r>
                      <a:rPr lang="en-US" sz="2400" b="0" i="1" smtClean="0">
                        <a:latin typeface="Cambria Math" panose="02040503050406030204" pitchFamily="18" charset="0"/>
                      </a:rPr>
                      <m:t>𝑠𝑜</m:t>
                    </m:r>
                    <m:r>
                      <a:rPr lang="en-US" sz="2400" b="0" i="1" smtClean="0">
                        <a:latin typeface="Cambria Math" panose="02040503050406030204" pitchFamily="18" charset="0"/>
                      </a:rPr>
                      <m:t> </m:t>
                    </m:r>
                    <m:r>
                      <a:rPr lang="en-US" sz="2400" b="0" i="1" smtClean="0">
                        <a:latin typeface="Cambria Math" panose="02040503050406030204" pitchFamily="18" charset="0"/>
                      </a:rPr>
                      <m:t>𝑓𝑎𝑟</m:t>
                    </m:r>
                  </m:oMath>
                </a14:m>
                <a:endParaRPr lang="en-US" sz="2400" b="0" dirty="0"/>
              </a:p>
              <a:p>
                <a:r>
                  <a:rPr lang="en-US" sz="2400" dirty="0"/>
                  <a:t>     </a:t>
                </a:r>
                <a:r>
                  <a:rPr lang="en-US" sz="2400" dirty="0" err="1"/>
                  <a:t>Endloop</a:t>
                </a:r>
                <a:endParaRPr lang="en-US" sz="2400" dirty="0"/>
              </a:p>
              <a:p>
                <a:r>
                  <a:rPr lang="en-US" sz="2400" dirty="0" err="1"/>
                  <a:t>Endloop</a:t>
                </a:r>
                <a:r>
                  <a:rPr lang="en-US" sz="2400" dirty="0"/>
                  <a:t> </a:t>
                </a:r>
              </a:p>
            </p:txBody>
          </p:sp>
        </mc:Choice>
        <mc:Fallback xmlns="">
          <p:sp>
            <p:nvSpPr>
              <p:cNvPr id="6" name="TextBox 5">
                <a:extLst>
                  <a:ext uri="{FF2B5EF4-FFF2-40B4-BE49-F238E27FC236}">
                    <a16:creationId xmlns:a16="http://schemas.microsoft.com/office/drawing/2014/main" id="{805EE8C1-C50D-67AC-79C3-AD1818181926}"/>
                  </a:ext>
                </a:extLst>
              </p:cNvPr>
              <p:cNvSpPr txBox="1">
                <a:spLocks noRot="1" noChangeAspect="1" noMove="1" noResize="1" noEditPoints="1" noAdjustHandles="1" noChangeArrowheads="1" noChangeShapeType="1" noTextEdit="1"/>
              </p:cNvSpPr>
              <p:nvPr/>
            </p:nvSpPr>
            <p:spPr>
              <a:xfrm>
                <a:off x="1036320" y="1690688"/>
                <a:ext cx="9276080" cy="4154984"/>
              </a:xfrm>
              <a:prstGeom prst="rect">
                <a:avLst/>
              </a:prstGeom>
              <a:blipFill>
                <a:blip r:embed="rId4"/>
                <a:stretch>
                  <a:fillRect l="-1093" t="-608" b="-2128"/>
                </a:stretch>
              </a:blipFill>
            </p:spPr>
            <p:txBody>
              <a:bodyPr/>
              <a:lstStyle/>
              <a:p>
                <a:r>
                  <a:rPr lang="en-US">
                    <a:noFill/>
                  </a:rPr>
                  <a:t> </a:t>
                </a:r>
              </a:p>
            </p:txBody>
          </p:sp>
        </mc:Fallback>
      </mc:AlternateContent>
    </p:spTree>
    <p:extLst>
      <p:ext uri="{BB962C8B-B14F-4D97-AF65-F5344CB8AC3E}">
        <p14:creationId xmlns:p14="http://schemas.microsoft.com/office/powerpoint/2010/main" val="1593706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5539" name="Rectangle 2"/>
              <p:cNvSpPr>
                <a:spLocks noGrp="1" noChangeArrowheads="1"/>
              </p:cNvSpPr>
              <p:nvPr>
                <p:ph type="title"/>
              </p:nvPr>
            </p:nvSpPr>
            <p:spPr>
              <a:xfrm>
                <a:off x="325120" y="365125"/>
                <a:ext cx="11028680" cy="1325563"/>
              </a:xfrm>
            </p:spPr>
            <p:txBody>
              <a:bodyPr/>
              <a:lstStyle/>
              <a:p>
                <a:pPr eaLnBrk="1" hangingPunct="1"/>
                <a:r>
                  <a:rPr lang="en-US" dirty="0"/>
                  <a:t>Monte Carlo estimate of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r>
                  <a:rPr lang="en-US" dirty="0"/>
                  <a:t> given policy </a:t>
                </a:r>
                <a14:m>
                  <m:oMath xmlns:m="http://schemas.openxmlformats.org/officeDocument/2006/math">
                    <m:r>
                      <m:rPr>
                        <m:sty m:val="p"/>
                      </m:rPr>
                      <a:rPr lang="en-US" b="0" i="1" smtClean="0">
                        <a:latin typeface="Cambria Math" panose="02040503050406030204" pitchFamily="18" charset="0"/>
                      </a:rPr>
                      <m:t>π</m:t>
                    </m:r>
                  </m:oMath>
                </a14:m>
                <a:endParaRPr lang="en-US" dirty="0"/>
              </a:p>
            </p:txBody>
          </p:sp>
        </mc:Choice>
        <mc:Fallback xmlns="">
          <p:sp>
            <p:nvSpPr>
              <p:cNvPr id="65539" name="Rectangle 2"/>
              <p:cNvSpPr>
                <a:spLocks noGrp="1" noRot="1" noChangeAspect="1" noMove="1" noResize="1" noEditPoints="1" noAdjustHandles="1" noChangeArrowheads="1" noChangeShapeType="1" noTextEdit="1"/>
              </p:cNvSpPr>
              <p:nvPr>
                <p:ph type="title"/>
              </p:nvPr>
            </p:nvSpPr>
            <p:spPr>
              <a:xfrm>
                <a:off x="325120" y="365125"/>
                <a:ext cx="11028680" cy="1325563"/>
              </a:xfrm>
              <a:blipFill>
                <a:blip r:embed="rId3"/>
                <a:stretch>
                  <a:fillRect l="-2184"/>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56D179F9-3FCF-4097-FC5D-B7F4041181F4}"/>
              </a:ext>
            </a:extLst>
          </p:cNvPr>
          <p:cNvPicPr>
            <a:picLocks noChangeAspect="1"/>
          </p:cNvPicPr>
          <p:nvPr/>
        </p:nvPicPr>
        <p:blipFill>
          <a:blip r:embed="rId4"/>
          <a:stretch>
            <a:fillRect/>
          </a:stretch>
        </p:blipFill>
        <p:spPr>
          <a:xfrm>
            <a:off x="838200" y="2258320"/>
            <a:ext cx="7772400" cy="4234555"/>
          </a:xfrm>
          <a:prstGeom prst="rect">
            <a:avLst/>
          </a:prstGeom>
        </p:spPr>
      </p:pic>
      <p:sp>
        <p:nvSpPr>
          <p:cNvPr id="3" name="TextBox 2">
            <a:extLst>
              <a:ext uri="{FF2B5EF4-FFF2-40B4-BE49-F238E27FC236}">
                <a16:creationId xmlns:a16="http://schemas.microsoft.com/office/drawing/2014/main" id="{E85C1025-3C90-04C2-6766-7D509ACC036F}"/>
              </a:ext>
            </a:extLst>
          </p:cNvPr>
          <p:cNvSpPr txBox="1"/>
          <p:nvPr/>
        </p:nvSpPr>
        <p:spPr>
          <a:xfrm>
            <a:off x="8610600" y="2099805"/>
            <a:ext cx="3218727" cy="3416320"/>
          </a:xfrm>
          <a:prstGeom prst="rect">
            <a:avLst/>
          </a:prstGeom>
          <a:noFill/>
        </p:spPr>
        <p:txBody>
          <a:bodyPr wrap="square" rtlCol="0">
            <a:spAutoFit/>
          </a:bodyPr>
          <a:lstStyle/>
          <a:p>
            <a:r>
              <a:rPr lang="en-US" sz="1800" dirty="0">
                <a:effectLst/>
                <a:latin typeface="CMR10"/>
              </a:rPr>
              <a:t>Exploring Starts Assumption: </a:t>
            </a:r>
          </a:p>
          <a:p>
            <a:pPr marL="285750" indent="-285750">
              <a:buFont typeface="Arial" panose="020B0604020202020204" pitchFamily="34" charset="0"/>
              <a:buChar char="•"/>
            </a:pPr>
            <a:r>
              <a:rPr lang="en-US" sz="1800" dirty="0">
                <a:effectLst/>
                <a:latin typeface="CMR10"/>
              </a:rPr>
              <a:t>The episodes </a:t>
            </a:r>
            <a:r>
              <a:rPr lang="en-US" sz="1800" dirty="0">
                <a:effectLst/>
                <a:latin typeface="CMTI10"/>
              </a:rPr>
              <a:t>start in a state–action pair</a:t>
            </a:r>
            <a:endParaRPr lang="en-US" dirty="0">
              <a:latin typeface="CMR10"/>
            </a:endParaRPr>
          </a:p>
          <a:p>
            <a:pPr marL="285750" indent="-285750">
              <a:buFont typeface="Arial" panose="020B0604020202020204" pitchFamily="34" charset="0"/>
              <a:buChar char="•"/>
            </a:pPr>
            <a:r>
              <a:rPr lang="en-US" dirty="0">
                <a:latin typeface="CMR10"/>
              </a:rPr>
              <a:t>E</a:t>
            </a:r>
            <a:r>
              <a:rPr lang="en-US" sz="1800" dirty="0">
                <a:effectLst/>
                <a:latin typeface="CMR10"/>
              </a:rPr>
              <a:t>very pair has a nonzero probability of being selected as the start. </a:t>
            </a:r>
          </a:p>
          <a:p>
            <a:pPr marL="285750" indent="-285750">
              <a:buFont typeface="Arial" panose="020B0604020202020204" pitchFamily="34" charset="0"/>
              <a:buChar char="•"/>
            </a:pPr>
            <a:r>
              <a:rPr lang="en-US" sz="1800" dirty="0">
                <a:effectLst/>
                <a:latin typeface="CMR10"/>
              </a:rPr>
              <a:t>This guarantees that all state–action pairs are visited an infinite number of times in the limit of an infinite number of episodes. </a:t>
            </a:r>
            <a:endParaRPr lang="en-US" dirty="0"/>
          </a:p>
          <a:p>
            <a:endParaRPr lang="en-US" dirty="0"/>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CBCB7A6F-EE54-AB58-96E4-74AC47A1203F}"/>
                  </a:ext>
                </a:extLst>
              </p:cNvPr>
              <p:cNvSpPr txBox="1"/>
              <p:nvPr/>
            </p:nvSpPr>
            <p:spPr>
              <a:xfrm>
                <a:off x="1319513" y="1551008"/>
                <a:ext cx="9480292" cy="369332"/>
              </a:xfrm>
              <a:prstGeom prst="rect">
                <a:avLst/>
              </a:prstGeom>
              <a:noFill/>
            </p:spPr>
            <p:txBody>
              <a:bodyPr wrap="square" rtlCol="0">
                <a:spAutoFit/>
              </a:bodyPr>
              <a:lstStyle/>
              <a:p>
                <a:r>
                  <a:rPr lang="en-US" dirty="0"/>
                  <a:t>This is a special version of Monte Carlo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r>
                  <a:rPr lang="en-US" dirty="0"/>
                  <a:t> learning: With exploring starts assumption. </a:t>
                </a:r>
              </a:p>
            </p:txBody>
          </p:sp>
        </mc:Choice>
        <mc:Fallback>
          <p:sp>
            <p:nvSpPr>
              <p:cNvPr id="4" name="TextBox 3">
                <a:extLst>
                  <a:ext uri="{FF2B5EF4-FFF2-40B4-BE49-F238E27FC236}">
                    <a16:creationId xmlns:a16="http://schemas.microsoft.com/office/drawing/2014/main" id="{CBCB7A6F-EE54-AB58-96E4-74AC47A1203F}"/>
                  </a:ext>
                </a:extLst>
              </p:cNvPr>
              <p:cNvSpPr txBox="1">
                <a:spLocks noRot="1" noChangeAspect="1" noMove="1" noResize="1" noEditPoints="1" noAdjustHandles="1" noChangeArrowheads="1" noChangeShapeType="1" noTextEdit="1"/>
              </p:cNvSpPr>
              <p:nvPr/>
            </p:nvSpPr>
            <p:spPr>
              <a:xfrm>
                <a:off x="1319513" y="1551008"/>
                <a:ext cx="9480292" cy="369332"/>
              </a:xfrm>
              <a:prstGeom prst="rect">
                <a:avLst/>
              </a:prstGeom>
              <a:blipFill>
                <a:blip r:embed="rId5"/>
                <a:stretch>
                  <a:fillRect l="-535" t="-3226" b="-2258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DC87B4C4-053B-64B3-A5AB-3C045FB337F6}"/>
                  </a:ext>
                </a:extLst>
              </p:cNvPr>
              <p:cNvSpPr txBox="1"/>
              <p:nvPr/>
            </p:nvSpPr>
            <p:spPr>
              <a:xfrm>
                <a:off x="4724400" y="6123543"/>
                <a:ext cx="6310184" cy="369332"/>
              </a:xfrm>
              <a:prstGeom prst="rect">
                <a:avLst/>
              </a:prstGeom>
              <a:noFill/>
            </p:spPr>
            <p:txBody>
              <a:bodyPr wrap="square" rtlCol="0">
                <a:spAutoFit/>
              </a:bodyPr>
              <a:lstStyle/>
              <a:p>
                <a:r>
                  <a:rPr lang="en-US" dirty="0"/>
                  <a:t>Note: Pick the max Q(</a:t>
                </a:r>
                <a:r>
                  <a:rPr lang="en-US" dirty="0" err="1"/>
                  <a:t>s,a</a:t>
                </a:r>
                <a:r>
                  <a:rPr lang="en-US" dirty="0"/>
                  <a:t>) as we update the policy for state  </a:t>
                </a:r>
                <a14:m>
                  <m:oMath xmlns:m="http://schemas.openxmlformats.org/officeDocument/2006/math">
                    <m:r>
                      <a:rPr lang="en-US" b="0" i="1" smtClean="0">
                        <a:latin typeface="Cambria Math" panose="02040503050406030204" pitchFamily="18" charset="0"/>
                      </a:rPr>
                      <m:t>𝜋</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oMath>
                </a14:m>
                <a:endParaRPr lang="en-US" dirty="0"/>
              </a:p>
            </p:txBody>
          </p:sp>
        </mc:Choice>
        <mc:Fallback>
          <p:sp>
            <p:nvSpPr>
              <p:cNvPr id="5" name="TextBox 4">
                <a:extLst>
                  <a:ext uri="{FF2B5EF4-FFF2-40B4-BE49-F238E27FC236}">
                    <a16:creationId xmlns:a16="http://schemas.microsoft.com/office/drawing/2014/main" id="{DC87B4C4-053B-64B3-A5AB-3C045FB337F6}"/>
                  </a:ext>
                </a:extLst>
              </p:cNvPr>
              <p:cNvSpPr txBox="1">
                <a:spLocks noRot="1" noChangeAspect="1" noMove="1" noResize="1" noEditPoints="1" noAdjustHandles="1" noChangeArrowheads="1" noChangeShapeType="1" noTextEdit="1"/>
              </p:cNvSpPr>
              <p:nvPr/>
            </p:nvSpPr>
            <p:spPr>
              <a:xfrm>
                <a:off x="4724400" y="6123543"/>
                <a:ext cx="6310184" cy="369332"/>
              </a:xfrm>
              <a:prstGeom prst="rect">
                <a:avLst/>
              </a:prstGeom>
              <a:blipFill>
                <a:blip r:embed="rId6"/>
                <a:stretch>
                  <a:fillRect l="-805" t="-6667" b="-23333"/>
                </a:stretch>
              </a:blipFill>
            </p:spPr>
            <p:txBody>
              <a:bodyPr/>
              <a:lstStyle/>
              <a:p>
                <a:r>
                  <a:rPr lang="en-US">
                    <a:noFill/>
                  </a:rPr>
                  <a:t> </a:t>
                </a:r>
              </a:p>
            </p:txBody>
          </p:sp>
        </mc:Fallback>
      </mc:AlternateContent>
    </p:spTree>
    <p:extLst>
      <p:ext uri="{BB962C8B-B14F-4D97-AF65-F5344CB8AC3E}">
        <p14:creationId xmlns:p14="http://schemas.microsoft.com/office/powerpoint/2010/main" val="3278819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US" dirty="0"/>
              <a:t>Monte Carlo Control: Find Optimal Policy</a:t>
            </a:r>
          </a:p>
        </p:txBody>
      </p:sp>
      <mc:AlternateContent xmlns:mc="http://schemas.openxmlformats.org/markup-compatibility/2006">
        <mc:Choice xmlns:a14="http://schemas.microsoft.com/office/drawing/2010/main" Requires="a14">
          <p:sp>
            <p:nvSpPr>
              <p:cNvPr id="67587" name="Rectangle 3"/>
              <p:cNvSpPr>
                <a:spLocks noGrp="1" noChangeArrowheads="1"/>
              </p:cNvSpPr>
              <p:nvPr>
                <p:ph type="body" idx="1"/>
              </p:nvPr>
            </p:nvSpPr>
            <p:spPr>
              <a:xfrm>
                <a:off x="838200" y="1430780"/>
                <a:ext cx="8837141" cy="5062095"/>
              </a:xfrm>
            </p:spPr>
            <p:txBody>
              <a:bodyPr>
                <a:normAutofit fontScale="85000" lnSpcReduction="20000"/>
              </a:bodyPr>
              <a:lstStyle/>
              <a:p>
                <a:pPr eaLnBrk="1" hangingPunct="1">
                  <a:lnSpc>
                    <a:spcPct val="90000"/>
                  </a:lnSpc>
                </a:pPr>
                <a:r>
                  <a:rPr lang="en-US" dirty="0"/>
                  <a:t>So far, we have discussed how to find </a:t>
                </a:r>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r>
                  <a:rPr lang="en-US" dirty="0"/>
                  <a:t> or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r>
                  <a:rPr lang="en-US" dirty="0"/>
                  <a:t> given Policy </a:t>
                </a:r>
                <a14:m>
                  <m:oMath xmlns:m="http://schemas.openxmlformats.org/officeDocument/2006/math">
                    <m:r>
                      <a:rPr lang="en-US" b="0" i="1" smtClean="0">
                        <a:latin typeface="Cambria Math" panose="02040503050406030204" pitchFamily="18" charset="0"/>
                      </a:rPr>
                      <m:t>𝜋</m:t>
                    </m:r>
                    <m:r>
                      <a:rPr lang="en-US" b="0" i="1" smtClean="0">
                        <a:latin typeface="Cambria Math" panose="02040503050406030204" pitchFamily="18" charset="0"/>
                      </a:rPr>
                      <m:t>.</m:t>
                    </m:r>
                  </m:oMath>
                </a14:m>
                <a:r>
                  <a:rPr lang="en-US" dirty="0"/>
                  <a:t> This is called Policy Evaluation. </a:t>
                </a:r>
              </a:p>
              <a:p>
                <a:pPr eaLnBrk="1" hangingPunct="1">
                  <a:lnSpc>
                    <a:spcPct val="90000"/>
                  </a:lnSpc>
                </a:pPr>
                <a:r>
                  <a:rPr lang="en-US" dirty="0"/>
                  <a:t>This has assumed that Policy </a:t>
                </a:r>
                <a14:m>
                  <m:oMath xmlns:m="http://schemas.openxmlformats.org/officeDocument/2006/math">
                    <m:r>
                      <a:rPr lang="en-US" b="0" i="1" smtClean="0">
                        <a:latin typeface="Cambria Math" panose="02040503050406030204" pitchFamily="18" charset="0"/>
                      </a:rPr>
                      <m:t>𝜋</m:t>
                    </m:r>
                  </m:oMath>
                </a14:m>
                <a:r>
                  <a:rPr lang="en-US" dirty="0"/>
                  <a:t> is known although not stated explicitly. </a:t>
                </a:r>
              </a:p>
              <a:p>
                <a:pPr eaLnBrk="1" hangingPunct="1">
                  <a:lnSpc>
                    <a:spcPct val="90000"/>
                  </a:lnSpc>
                </a:pPr>
                <a:r>
                  <a:rPr lang="en-US" dirty="0"/>
                  <a:t>However, our </a:t>
                </a:r>
                <a:r>
                  <a:rPr lang="en-US" i="1" dirty="0"/>
                  <a:t>goal in Reinforcement Learning is to obtain a Policy </a:t>
                </a:r>
                <a14:m>
                  <m:oMath xmlns:m="http://schemas.openxmlformats.org/officeDocument/2006/math">
                    <m:r>
                      <a:rPr lang="en-US" b="0" i="1" smtClean="0">
                        <a:latin typeface="Cambria Math" panose="02040503050406030204" pitchFamily="18" charset="0"/>
                      </a:rPr>
                      <m:t>𝜋</m:t>
                    </m:r>
                  </m:oMath>
                </a14:m>
                <a:r>
                  <a:rPr lang="en-US" i="1" dirty="0"/>
                  <a:t> </a:t>
                </a:r>
                <a:r>
                  <a:rPr lang="en-US" dirty="0"/>
                  <a:t>by randomly performing actions in the environment: Obtaining the Policy is</a:t>
                </a:r>
                <a:r>
                  <a:rPr lang="en-US" i="1" dirty="0"/>
                  <a:t> called RL Control; here it is called Monte Carlo Control</a:t>
                </a:r>
                <a:r>
                  <a:rPr lang="en-US" dirty="0"/>
                  <a:t>.</a:t>
                </a:r>
              </a:p>
              <a:p>
                <a:pPr eaLnBrk="1" hangingPunct="1">
                  <a:lnSpc>
                    <a:spcPct val="90000"/>
                  </a:lnSpc>
                </a:pPr>
                <a:r>
                  <a:rPr lang="en-US" dirty="0"/>
                  <a:t>Idea of </a:t>
                </a:r>
                <a:r>
                  <a:rPr lang="en-US" i="1" dirty="0"/>
                  <a:t>Generalized Policy Iteration</a:t>
                </a:r>
                <a:r>
                  <a:rPr lang="en-US" dirty="0"/>
                  <a:t> (GPI): Maintain an approximate policy </a:t>
                </a:r>
                <a14:m>
                  <m:oMath xmlns:m="http://schemas.openxmlformats.org/officeDocument/2006/math">
                    <m:r>
                      <a:rPr lang="en-US" b="0" i="1" smtClean="0">
                        <a:latin typeface="Cambria Math" panose="02040503050406030204" pitchFamily="18" charset="0"/>
                      </a:rPr>
                      <m:t>𝜋</m:t>
                    </m:r>
                    <m:r>
                      <a:rPr lang="en-US" b="0" i="1" smtClean="0">
                        <a:latin typeface="Cambria Math" panose="02040503050406030204" pitchFamily="18" charset="0"/>
                      </a:rPr>
                      <m:t> </m:t>
                    </m:r>
                  </m:oMath>
                </a14:m>
                <a:r>
                  <a:rPr lang="en-US" dirty="0"/>
                  <a:t>and an approximate value function, </a:t>
                </a:r>
                <a14:m>
                  <m:oMath xmlns:m="http://schemas.openxmlformats.org/officeDocument/2006/math">
                    <m:r>
                      <a:rPr lang="en-US" b="0" i="1" smtClean="0">
                        <a:latin typeface="Cambria Math" panose="02040503050406030204" pitchFamily="18" charset="0"/>
                      </a:rPr>
                      <m:t>𝑄</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oMath>
                </a14:m>
                <a:r>
                  <a:rPr lang="en-US" dirty="0"/>
                  <a:t> or </a:t>
                </a:r>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r>
                  <a:rPr lang="en-US" dirty="0"/>
                  <a:t>. </a:t>
                </a:r>
              </a:p>
              <a:p>
                <a:pPr eaLnBrk="1" hangingPunct="1">
                  <a:lnSpc>
                    <a:spcPct val="90000"/>
                  </a:lnSpc>
                </a:pPr>
                <a:r>
                  <a:rPr lang="en-US" dirty="0"/>
                  <a:t>Alter the value function repeatedly to more closely approximate the value function for the current policy; and improve the policy is repeatedly with respect to the current value function; this improvement is done in a greedy manner, as discussed later. </a:t>
                </a:r>
              </a:p>
              <a:p>
                <a:pPr eaLnBrk="1" hangingPunct="1">
                  <a:lnSpc>
                    <a:spcPct val="90000"/>
                  </a:lnSpc>
                </a:pPr>
                <a:r>
                  <a:rPr lang="en-US" dirty="0"/>
                  <a:t>Each change creates a moving target for the other, but together they cause both policy and value function to approach optimality.</a:t>
                </a:r>
              </a:p>
              <a:p>
                <a:pPr lvl="3" eaLnBrk="1" hangingPunct="1">
                  <a:lnSpc>
                    <a:spcPct val="90000"/>
                  </a:lnSpc>
                </a:pPr>
                <a:endParaRPr lang="en-US" dirty="0"/>
              </a:p>
              <a:p>
                <a:pPr eaLnBrk="1" hangingPunct="1">
                  <a:lnSpc>
                    <a:spcPct val="90000"/>
                  </a:lnSpc>
                </a:pPr>
                <a:endParaRPr lang="en-US" dirty="0"/>
              </a:p>
            </p:txBody>
          </p:sp>
        </mc:Choice>
        <mc:Fallback>
          <p:sp>
            <p:nvSpPr>
              <p:cNvPr id="67587" name="Rectangle 3"/>
              <p:cNvSpPr>
                <a:spLocks noGrp="1" noRot="1" noChangeAspect="1" noMove="1" noResize="1" noEditPoints="1" noAdjustHandles="1" noChangeArrowheads="1" noChangeShapeType="1" noTextEdit="1"/>
              </p:cNvSpPr>
              <p:nvPr>
                <p:ph type="body" idx="1"/>
              </p:nvPr>
            </p:nvSpPr>
            <p:spPr>
              <a:xfrm>
                <a:off x="838200" y="1430780"/>
                <a:ext cx="8837141" cy="5062095"/>
              </a:xfrm>
              <a:blipFill>
                <a:blip r:embed="rId3"/>
                <a:stretch>
                  <a:fillRect l="-1006" t="-2750" r="-1437"/>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E35745DF-BECE-D87E-D63D-EDCF4FAC0784}"/>
              </a:ext>
            </a:extLst>
          </p:cNvPr>
          <p:cNvPicPr>
            <a:picLocks noChangeAspect="1"/>
          </p:cNvPicPr>
          <p:nvPr/>
        </p:nvPicPr>
        <p:blipFill>
          <a:blip r:embed="rId4"/>
          <a:stretch>
            <a:fillRect/>
          </a:stretch>
        </p:blipFill>
        <p:spPr>
          <a:xfrm>
            <a:off x="9436100" y="2322895"/>
            <a:ext cx="2755900" cy="2628900"/>
          </a:xfrm>
          <a:prstGeom prst="rect">
            <a:avLst/>
          </a:prstGeom>
        </p:spPr>
      </p:pic>
    </p:spTree>
    <p:extLst>
      <p:ext uri="{BB962C8B-B14F-4D97-AF65-F5344CB8AC3E}">
        <p14:creationId xmlns:p14="http://schemas.microsoft.com/office/powerpoint/2010/main" val="2994923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US" dirty="0"/>
              <a:t>Monte Carlo Control: Find Optimal Policy</a:t>
            </a:r>
          </a:p>
        </p:txBody>
      </p:sp>
      <mc:AlternateContent xmlns:mc="http://schemas.openxmlformats.org/markup-compatibility/2006">
        <mc:Choice xmlns:a14="http://schemas.microsoft.com/office/drawing/2010/main" Requires="a14">
          <p:sp>
            <p:nvSpPr>
              <p:cNvPr id="67587" name="Rectangle 3"/>
              <p:cNvSpPr>
                <a:spLocks noGrp="1" noChangeArrowheads="1"/>
              </p:cNvSpPr>
              <p:nvPr>
                <p:ph type="body" idx="1"/>
              </p:nvPr>
            </p:nvSpPr>
            <p:spPr>
              <a:xfrm>
                <a:off x="838200" y="1690688"/>
                <a:ext cx="8768787" cy="4413129"/>
              </a:xfrm>
            </p:spPr>
            <p:txBody>
              <a:bodyPr>
                <a:normAutofit fontScale="85000" lnSpcReduction="10000"/>
              </a:bodyPr>
              <a:lstStyle/>
              <a:p>
                <a:pPr eaLnBrk="1" hangingPunct="1">
                  <a:lnSpc>
                    <a:spcPct val="90000"/>
                  </a:lnSpc>
                </a:pPr>
                <a:r>
                  <a:rPr lang="en-US" dirty="0"/>
                  <a:t>Perform alternating steps of policy evaluation and policy improvement, beginning with an arbitrary policy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0</m:t>
                        </m:r>
                      </m:sub>
                    </m:sSub>
                  </m:oMath>
                </a14:m>
                <a:r>
                  <a:rPr lang="en-US" dirty="0"/>
                  <a:t> and ending with the optimal policy and optimal action-value function:</a:t>
                </a:r>
              </a:p>
              <a:p>
                <a:pPr eaLnBrk="1" hangingPunct="1">
                  <a:lnSpc>
                    <a:spcPct val="90000"/>
                  </a:lnSpc>
                </a:pPr>
                <a:endParaRPr lang="en-US" dirty="0"/>
              </a:p>
              <a:p>
                <a:pPr eaLnBrk="1" hangingPunct="1">
                  <a:lnSpc>
                    <a:spcPct val="90000"/>
                  </a:lnSpc>
                </a:pPr>
                <a:endParaRPr lang="en-US" dirty="0"/>
              </a:p>
              <a:p>
                <a:pPr marL="0" indent="0" eaLnBrk="1" hangingPunct="1">
                  <a:lnSpc>
                    <a:spcPct val="90000"/>
                  </a:lnSpc>
                  <a:buNone/>
                </a:pPr>
                <a:r>
                  <a:rPr lang="en-US" dirty="0"/>
                  <a:t>   where         denotes a policy evaluation and </a:t>
                </a:r>
              </a:p>
              <a:p>
                <a:pPr marL="0" indent="0" eaLnBrk="1" hangingPunct="1">
                  <a:lnSpc>
                    <a:spcPct val="90000"/>
                  </a:lnSpc>
                  <a:buNone/>
                </a:pPr>
                <a:r>
                  <a:rPr lang="en-US" dirty="0"/>
                  <a:t>   denotes a policy improvement.</a:t>
                </a:r>
              </a:p>
              <a:p>
                <a:pPr marL="0" indent="0" eaLnBrk="1" hangingPunct="1">
                  <a:lnSpc>
                    <a:spcPct val="90000"/>
                  </a:lnSpc>
                  <a:buNone/>
                </a:pPr>
                <a:endParaRPr lang="en-US" dirty="0"/>
              </a:p>
              <a:p>
                <a:r>
                  <a:rPr lang="en-US" dirty="0"/>
                  <a:t>The diagram and the notation above shows evaluation in terms of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r>
                  <a:rPr lang="en-US" dirty="0"/>
                  <a:t>, but evaluation in terms of </a:t>
                </a: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oMath>
                </a14:m>
                <a:r>
                  <a:rPr lang="en-US" dirty="0"/>
                  <a:t> is possible. It is easier to think of it in terms of actions because it is easy to show how actions can be chosen greedily given a policy. </a:t>
                </a:r>
              </a:p>
              <a:p>
                <a:pPr eaLnBrk="1" hangingPunct="1">
                  <a:lnSpc>
                    <a:spcPct val="90000"/>
                  </a:lnSpc>
                </a:pPr>
                <a:endParaRPr lang="en-US" dirty="0"/>
              </a:p>
            </p:txBody>
          </p:sp>
        </mc:Choice>
        <mc:Fallback>
          <p:sp>
            <p:nvSpPr>
              <p:cNvPr id="67587" name="Rectangle 3"/>
              <p:cNvSpPr>
                <a:spLocks noGrp="1" noRot="1" noChangeAspect="1" noMove="1" noResize="1" noEditPoints="1" noAdjustHandles="1" noChangeArrowheads="1" noChangeShapeType="1" noTextEdit="1"/>
              </p:cNvSpPr>
              <p:nvPr>
                <p:ph type="body" idx="1"/>
              </p:nvPr>
            </p:nvSpPr>
            <p:spPr>
              <a:xfrm>
                <a:off x="838200" y="1690688"/>
                <a:ext cx="8768787" cy="4413129"/>
              </a:xfrm>
              <a:blipFill>
                <a:blip r:embed="rId3"/>
                <a:stretch>
                  <a:fillRect l="-1013" t="-2292" b="-2292"/>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E35745DF-BECE-D87E-D63D-EDCF4FAC0784}"/>
              </a:ext>
            </a:extLst>
          </p:cNvPr>
          <p:cNvPicPr>
            <a:picLocks noChangeAspect="1"/>
          </p:cNvPicPr>
          <p:nvPr/>
        </p:nvPicPr>
        <p:blipFill>
          <a:blip r:embed="rId4"/>
          <a:stretch>
            <a:fillRect/>
          </a:stretch>
        </p:blipFill>
        <p:spPr>
          <a:xfrm>
            <a:off x="9436100" y="2322895"/>
            <a:ext cx="2755900" cy="2628900"/>
          </a:xfrm>
          <a:prstGeom prst="rect">
            <a:avLst/>
          </a:prstGeom>
        </p:spPr>
      </p:pic>
      <p:pic>
        <p:nvPicPr>
          <p:cNvPr id="3" name="Picture 2">
            <a:extLst>
              <a:ext uri="{FF2B5EF4-FFF2-40B4-BE49-F238E27FC236}">
                <a16:creationId xmlns:a16="http://schemas.microsoft.com/office/drawing/2014/main" id="{6ACA80F3-52A6-1BCB-CF50-B72B3CC662EB}"/>
              </a:ext>
            </a:extLst>
          </p:cNvPr>
          <p:cNvPicPr>
            <a:picLocks noChangeAspect="1"/>
          </p:cNvPicPr>
          <p:nvPr/>
        </p:nvPicPr>
        <p:blipFill>
          <a:blip r:embed="rId5"/>
          <a:stretch>
            <a:fillRect/>
          </a:stretch>
        </p:blipFill>
        <p:spPr>
          <a:xfrm>
            <a:off x="1793593" y="3179622"/>
            <a:ext cx="6858000" cy="685800"/>
          </a:xfrm>
          <a:prstGeom prst="rect">
            <a:avLst/>
          </a:prstGeom>
        </p:spPr>
      </p:pic>
      <p:pic>
        <p:nvPicPr>
          <p:cNvPr id="4" name="Picture 3">
            <a:extLst>
              <a:ext uri="{FF2B5EF4-FFF2-40B4-BE49-F238E27FC236}">
                <a16:creationId xmlns:a16="http://schemas.microsoft.com/office/drawing/2014/main" id="{FC50505D-E2BF-85F0-CB53-BC1EC7F8B6B9}"/>
              </a:ext>
            </a:extLst>
          </p:cNvPr>
          <p:cNvPicPr>
            <a:picLocks noChangeAspect="1"/>
          </p:cNvPicPr>
          <p:nvPr/>
        </p:nvPicPr>
        <p:blipFill>
          <a:blip r:embed="rId6"/>
          <a:stretch>
            <a:fillRect/>
          </a:stretch>
        </p:blipFill>
        <p:spPr>
          <a:xfrm>
            <a:off x="2145577" y="4414522"/>
            <a:ext cx="546100" cy="380065"/>
          </a:xfrm>
          <a:prstGeom prst="rect">
            <a:avLst/>
          </a:prstGeom>
        </p:spPr>
      </p:pic>
      <p:pic>
        <p:nvPicPr>
          <p:cNvPr id="5" name="Picture 4">
            <a:extLst>
              <a:ext uri="{FF2B5EF4-FFF2-40B4-BE49-F238E27FC236}">
                <a16:creationId xmlns:a16="http://schemas.microsoft.com/office/drawing/2014/main" id="{D75833BF-D367-31D5-EAA0-94470AFD3BDA}"/>
              </a:ext>
            </a:extLst>
          </p:cNvPr>
          <p:cNvPicPr>
            <a:picLocks noChangeAspect="1"/>
          </p:cNvPicPr>
          <p:nvPr/>
        </p:nvPicPr>
        <p:blipFill>
          <a:blip r:embed="rId7"/>
          <a:stretch>
            <a:fillRect/>
          </a:stretch>
        </p:blipFill>
        <p:spPr>
          <a:xfrm>
            <a:off x="8890000" y="4433104"/>
            <a:ext cx="546100" cy="342900"/>
          </a:xfrm>
          <a:prstGeom prst="rect">
            <a:avLst/>
          </a:prstGeom>
        </p:spPr>
      </p:pic>
    </p:spTree>
    <p:extLst>
      <p:ext uri="{BB962C8B-B14F-4D97-AF65-F5344CB8AC3E}">
        <p14:creationId xmlns:p14="http://schemas.microsoft.com/office/powerpoint/2010/main" val="3988604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US" dirty="0"/>
              <a:t>Monte Carlo Control: Find Optimal Policy</a:t>
            </a:r>
          </a:p>
        </p:txBody>
      </p:sp>
      <mc:AlternateContent xmlns:mc="http://schemas.openxmlformats.org/markup-compatibility/2006" xmlns:a14="http://schemas.microsoft.com/office/drawing/2010/main">
        <mc:Choice Requires="a14">
          <p:sp>
            <p:nvSpPr>
              <p:cNvPr id="67587" name="Rectangle 3"/>
              <p:cNvSpPr>
                <a:spLocks noGrp="1" noChangeArrowheads="1"/>
              </p:cNvSpPr>
              <p:nvPr>
                <p:ph type="body" idx="1"/>
              </p:nvPr>
            </p:nvSpPr>
            <p:spPr>
              <a:xfrm>
                <a:off x="667313" y="1451920"/>
                <a:ext cx="8881801" cy="5226672"/>
              </a:xfrm>
            </p:spPr>
            <p:txBody>
              <a:bodyPr>
                <a:normAutofit/>
              </a:bodyPr>
              <a:lstStyle/>
              <a:p>
                <a:pPr eaLnBrk="1" hangingPunct="1">
                  <a:lnSpc>
                    <a:spcPct val="90000"/>
                  </a:lnSpc>
                </a:pPr>
                <a:r>
                  <a:rPr lang="en-US" dirty="0"/>
                  <a:t>Policy improvement is done by making the policy </a:t>
                </a:r>
                <a:r>
                  <a:rPr lang="en-US" i="1" dirty="0"/>
                  <a:t>greedy </a:t>
                </a:r>
                <a:r>
                  <a:rPr lang="en-US" dirty="0"/>
                  <a:t>with respect to the current value function. </a:t>
                </a:r>
              </a:p>
              <a:p>
                <a:pPr eaLnBrk="1" hangingPunct="1">
                  <a:lnSpc>
                    <a:spcPct val="90000"/>
                  </a:lnSpc>
                </a:pPr>
                <a:r>
                  <a:rPr lang="en-US" dirty="0"/>
                  <a:t>In this case we have an action-value function, and therefore no model is needed to construct the greedy policy. </a:t>
                </a:r>
              </a:p>
              <a:p>
                <a:pPr eaLnBrk="1" hangingPunct="1">
                  <a:lnSpc>
                    <a:spcPct val="90000"/>
                  </a:lnSpc>
                </a:pPr>
                <a:r>
                  <a:rPr lang="en-US" i="1" dirty="0"/>
                  <a:t>Greedy Policy</a:t>
                </a:r>
                <a:r>
                  <a:rPr lang="en-US" dirty="0"/>
                  <a:t>: For any action-value function </a:t>
                </a:r>
                <a:r>
                  <a:rPr lang="en-US" i="1" dirty="0"/>
                  <a:t>q</a:t>
                </a:r>
                <a:r>
                  <a:rPr lang="en-US" dirty="0"/>
                  <a:t>, </a:t>
                </a:r>
                <a:r>
                  <a:rPr lang="en-US" i="1" dirty="0"/>
                  <a:t>the corresponding greedy policy</a:t>
                </a:r>
                <a:r>
                  <a:rPr lang="en-US" dirty="0"/>
                  <a:t> is the one that, for    each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 </m:t>
                    </m:r>
                  </m:oMath>
                </a14:m>
                <a:r>
                  <a:rPr lang="en-US" dirty="0"/>
                  <a:t>, deterministically chooses an action with maximal action-value:</a:t>
                </a:r>
              </a:p>
              <a:p>
                <a:pPr eaLnBrk="1" hangingPunct="1">
                  <a:lnSpc>
                    <a:spcPct val="90000"/>
                  </a:lnSpc>
                </a:pPr>
                <a:r>
                  <a:rPr lang="en-US" dirty="0"/>
                  <a:t>Policy improvement can be done by constructing each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𝑘</m:t>
                        </m:r>
                        <m:r>
                          <a:rPr lang="en-US" b="0" i="1" smtClean="0">
                            <a:latin typeface="Cambria Math" panose="02040503050406030204" pitchFamily="18" charset="0"/>
                          </a:rPr>
                          <m:t>+1</m:t>
                        </m:r>
                      </m:sub>
                    </m:sSub>
                  </m:oMath>
                </a14:m>
                <a:r>
                  <a:rPr lang="en-US" dirty="0"/>
                  <a:t> as the greedy policy with respect to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𝑘</m:t>
                            </m:r>
                          </m:sub>
                        </m:sSub>
                      </m:sub>
                    </m:sSub>
                  </m:oMath>
                </a14:m>
                <a:r>
                  <a:rPr lang="en-US" dirty="0"/>
                  <a:t> .</a:t>
                </a:r>
              </a:p>
              <a:p>
                <a:pPr eaLnBrk="1" hangingPunct="1">
                  <a:lnSpc>
                    <a:spcPct val="90000"/>
                  </a:lnSpc>
                </a:pPr>
                <a:endParaRPr lang="en-US" dirty="0"/>
              </a:p>
              <a:p>
                <a:pPr eaLnBrk="1" hangingPunct="1">
                  <a:lnSpc>
                    <a:spcPct val="90000"/>
                  </a:lnSpc>
                </a:pPr>
                <a:endParaRPr lang="en-US" dirty="0"/>
              </a:p>
            </p:txBody>
          </p:sp>
        </mc:Choice>
        <mc:Fallback xmlns="">
          <p:sp>
            <p:nvSpPr>
              <p:cNvPr id="67587" name="Rectangle 3"/>
              <p:cNvSpPr>
                <a:spLocks noGrp="1" noRot="1" noChangeAspect="1" noMove="1" noResize="1" noEditPoints="1" noAdjustHandles="1" noChangeArrowheads="1" noChangeShapeType="1" noTextEdit="1"/>
              </p:cNvSpPr>
              <p:nvPr>
                <p:ph type="body" idx="1"/>
              </p:nvPr>
            </p:nvSpPr>
            <p:spPr>
              <a:xfrm>
                <a:off x="667313" y="1451920"/>
                <a:ext cx="8881801" cy="5226672"/>
              </a:xfrm>
              <a:blipFill>
                <a:blip r:embed="rId3"/>
                <a:stretch>
                  <a:fillRect l="-1143" t="-1937"/>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E35745DF-BECE-D87E-D63D-EDCF4FAC0784}"/>
              </a:ext>
            </a:extLst>
          </p:cNvPr>
          <p:cNvPicPr>
            <a:picLocks noChangeAspect="1"/>
          </p:cNvPicPr>
          <p:nvPr/>
        </p:nvPicPr>
        <p:blipFill>
          <a:blip r:embed="rId4"/>
          <a:stretch>
            <a:fillRect/>
          </a:stretch>
        </p:blipFill>
        <p:spPr>
          <a:xfrm>
            <a:off x="9436100" y="2322895"/>
            <a:ext cx="2755900" cy="2628900"/>
          </a:xfrm>
          <a:prstGeom prst="rect">
            <a:avLst/>
          </a:prstGeom>
        </p:spPr>
      </p:pic>
      <p:pic>
        <p:nvPicPr>
          <p:cNvPr id="6" name="Picture 5">
            <a:extLst>
              <a:ext uri="{FF2B5EF4-FFF2-40B4-BE49-F238E27FC236}">
                <a16:creationId xmlns:a16="http://schemas.microsoft.com/office/drawing/2014/main" id="{56966FC1-AE76-72F3-146C-D5D436621DF5}"/>
              </a:ext>
            </a:extLst>
          </p:cNvPr>
          <p:cNvPicPr>
            <a:picLocks noChangeAspect="1"/>
          </p:cNvPicPr>
          <p:nvPr/>
        </p:nvPicPr>
        <p:blipFill>
          <a:blip r:embed="rId5"/>
          <a:stretch>
            <a:fillRect/>
          </a:stretch>
        </p:blipFill>
        <p:spPr>
          <a:xfrm>
            <a:off x="2908622" y="4910780"/>
            <a:ext cx="2971800" cy="495300"/>
          </a:xfrm>
          <a:prstGeom prst="rect">
            <a:avLst/>
          </a:prstGeom>
        </p:spPr>
      </p:pic>
    </p:spTree>
    <p:extLst>
      <p:ext uri="{BB962C8B-B14F-4D97-AF65-F5344CB8AC3E}">
        <p14:creationId xmlns:p14="http://schemas.microsoft.com/office/powerpoint/2010/main" val="20707730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640491" y="-92075"/>
            <a:ext cx="10515600" cy="1325563"/>
          </a:xfrm>
        </p:spPr>
        <p:txBody>
          <a:bodyPr/>
          <a:lstStyle/>
          <a:p>
            <a:pPr eaLnBrk="1" hangingPunct="1"/>
            <a:r>
              <a:rPr lang="en-US" dirty="0"/>
              <a:t>Exploration vs. Exploitation</a:t>
            </a:r>
          </a:p>
        </p:txBody>
      </p:sp>
      <p:sp>
        <p:nvSpPr>
          <p:cNvPr id="37891" name="Rectangle 3"/>
          <p:cNvSpPr>
            <a:spLocks noGrp="1" noChangeArrowheads="1"/>
          </p:cNvSpPr>
          <p:nvPr>
            <p:ph type="body" idx="1"/>
          </p:nvPr>
        </p:nvSpPr>
        <p:spPr>
          <a:xfrm>
            <a:off x="838199" y="1025612"/>
            <a:ext cx="10604158" cy="5832388"/>
          </a:xfrm>
        </p:spPr>
        <p:txBody>
          <a:bodyPr>
            <a:normAutofit/>
          </a:bodyPr>
          <a:lstStyle/>
          <a:p>
            <a:pPr marL="457200" indent="-457200"/>
            <a:r>
              <a:rPr lang="en-US" dirty="0"/>
              <a:t>The dichotomy between exploration and exploitation is a key ingredient of RL. </a:t>
            </a:r>
          </a:p>
          <a:p>
            <a:pPr marL="457200" indent="-457200"/>
            <a:r>
              <a:rPr lang="en-US" dirty="0"/>
              <a:t>The idea of a Greedy Policy needed for RL Control requires us to think of exploration and exploitation. </a:t>
            </a:r>
          </a:p>
          <a:p>
            <a:pPr marL="1257300" lvl="2" indent="-457200"/>
            <a:endParaRPr lang="en-US" sz="1800" dirty="0"/>
          </a:p>
          <a:p>
            <a:pPr marL="457200" indent="-457200"/>
            <a:r>
              <a:rPr lang="en-US" dirty="0"/>
              <a:t>Deterministic policy will not explore all actions</a:t>
            </a:r>
          </a:p>
          <a:p>
            <a:pPr marL="838200" lvl="1" indent="-381000"/>
            <a:r>
              <a:rPr lang="en-US" dirty="0"/>
              <a:t>A deterministic policy will perform the same designated action in a state every time. </a:t>
            </a:r>
          </a:p>
          <a:p>
            <a:pPr marL="838200" lvl="1" indent="-381000"/>
            <a:r>
              <a:rPr lang="en-US" dirty="0"/>
              <a:t>This does not lead to any learning to do things better  or a new policy.</a:t>
            </a:r>
          </a:p>
          <a:p>
            <a:pPr marL="838200" lvl="1" indent="-381000"/>
            <a:r>
              <a:rPr lang="en-US" dirty="0"/>
              <a:t>We are trying to learn a policy from scratch or nothing.</a:t>
            </a:r>
          </a:p>
          <a:p>
            <a:pPr marL="1295400" lvl="2" indent="-381000"/>
            <a:r>
              <a:rPr lang="en-US" dirty="0"/>
              <a:t>Don’t know anything about the environment at the beginning</a:t>
            </a:r>
          </a:p>
          <a:p>
            <a:pPr marL="1295400" lvl="2" indent="-381000"/>
            <a:r>
              <a:rPr lang="en-US" dirty="0"/>
              <a:t>Need to try all actions to find the optimal one since we know nothing to start</a:t>
            </a:r>
          </a:p>
          <a:p>
            <a:pPr marL="1257300" lvl="2" indent="-457200"/>
            <a:endParaRPr lang="en-US" sz="1800" dirty="0"/>
          </a:p>
          <a:p>
            <a:pPr marL="457200" indent="-457200"/>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640491" y="-92075"/>
            <a:ext cx="10515600" cy="1325563"/>
          </a:xfrm>
        </p:spPr>
        <p:txBody>
          <a:bodyPr/>
          <a:lstStyle/>
          <a:p>
            <a:pPr eaLnBrk="1" hangingPunct="1"/>
            <a:r>
              <a:rPr lang="en-US" dirty="0"/>
              <a:t>Exploration vs. Exploitation</a:t>
            </a:r>
          </a:p>
        </p:txBody>
      </p:sp>
      <p:sp>
        <p:nvSpPr>
          <p:cNvPr id="37891" name="Rectangle 3"/>
          <p:cNvSpPr>
            <a:spLocks noGrp="1" noChangeArrowheads="1"/>
          </p:cNvSpPr>
          <p:nvPr>
            <p:ph type="body" idx="1"/>
          </p:nvPr>
        </p:nvSpPr>
        <p:spPr>
          <a:xfrm>
            <a:off x="838199" y="1025612"/>
            <a:ext cx="10604158" cy="5832388"/>
          </a:xfrm>
        </p:spPr>
        <p:txBody>
          <a:bodyPr>
            <a:normAutofit/>
          </a:bodyPr>
          <a:lstStyle/>
          <a:p>
            <a:r>
              <a:rPr lang="en-US" sz="2600" dirty="0"/>
              <a:t>Performing the same action known to be the best in a state is called </a:t>
            </a:r>
            <a:r>
              <a:rPr lang="en-US" sz="2600" i="1" dirty="0"/>
              <a:t>Exploitation</a:t>
            </a:r>
            <a:r>
              <a:rPr lang="en-US" sz="2600" dirty="0"/>
              <a:t>. </a:t>
            </a:r>
          </a:p>
          <a:p>
            <a:r>
              <a:rPr lang="en-US" sz="2600" dirty="0"/>
              <a:t>Exploitation is good because it leads to high cumulative reward based on what is known at the time. </a:t>
            </a:r>
          </a:p>
          <a:p>
            <a:r>
              <a:rPr lang="en-US" sz="2600" dirty="0"/>
              <a:t>However, since we start from no knowledge (e.g., a </a:t>
            </a:r>
            <a:r>
              <a:rPr lang="en-US" sz="2600" dirty="0" err="1"/>
              <a:t>equi</a:t>
            </a:r>
            <a:r>
              <a:rPr lang="en-US" sz="2600" dirty="0"/>
              <a:t>-random dynamics), the knowledge may not be the best a certain time.  </a:t>
            </a:r>
          </a:p>
          <a:p>
            <a:r>
              <a:rPr lang="en-US" dirty="0"/>
              <a:t>This calls for Exploration, which means not doing the current best action at a state from time to time, i.e., taking a chance with lower valued actions. </a:t>
            </a:r>
          </a:p>
        </p:txBody>
      </p:sp>
    </p:spTree>
    <p:extLst>
      <p:ext uri="{BB962C8B-B14F-4D97-AF65-F5344CB8AC3E}">
        <p14:creationId xmlns:p14="http://schemas.microsoft.com/office/powerpoint/2010/main" val="1203890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640491" y="-92075"/>
            <a:ext cx="10515600" cy="1325563"/>
          </a:xfrm>
        </p:spPr>
        <p:txBody>
          <a:bodyPr/>
          <a:lstStyle/>
          <a:p>
            <a:pPr eaLnBrk="1" hangingPunct="1"/>
            <a:r>
              <a:rPr lang="en-US" dirty="0"/>
              <a:t>Exploration vs. Exploitation</a:t>
            </a:r>
          </a:p>
        </p:txBody>
      </p:sp>
      <mc:AlternateContent xmlns:mc="http://schemas.openxmlformats.org/markup-compatibility/2006">
        <mc:Choice xmlns:a14="http://schemas.microsoft.com/office/drawing/2010/main" Requires="a14">
          <p:sp>
            <p:nvSpPr>
              <p:cNvPr id="37891" name="Rectangle 3"/>
              <p:cNvSpPr>
                <a:spLocks noGrp="1" noChangeArrowheads="1"/>
              </p:cNvSpPr>
              <p:nvPr>
                <p:ph type="body" idx="1"/>
              </p:nvPr>
            </p:nvSpPr>
            <p:spPr>
              <a:xfrm>
                <a:off x="838199" y="1025612"/>
                <a:ext cx="10604158" cy="5832388"/>
              </a:xfrm>
            </p:spPr>
            <p:txBody>
              <a:bodyPr>
                <a:normAutofit/>
              </a:bodyPr>
              <a:lstStyle/>
              <a:p>
                <a:r>
                  <a:rPr lang="en-US" dirty="0"/>
                  <a:t>Terminology: </a:t>
                </a:r>
                <a:r>
                  <a:rPr lang="en-US" i="1" dirty="0"/>
                  <a:t>Soft Policy</a:t>
                </a:r>
                <a:r>
                  <a:rPr lang="en-US" dirty="0"/>
                  <a:t>: In a soft policy, every action has some probability of getting performed, i.e.</a:t>
                </a:r>
              </a:p>
              <a:p>
                <a:pPr marL="0" indent="0">
                  <a:buNone/>
                </a:pPr>
                <a:r>
                  <a:rPr lang="en-US" dirty="0">
                    <a:latin typeface="Symbol" pitchFamily="-109" charset="2"/>
                    <a:sym typeface="Symbol" pitchFamily="-109" charset="2"/>
                  </a:rPr>
                  <a:t>		</a:t>
                </a:r>
                <a:r>
                  <a:rPr lang="en-US" dirty="0">
                    <a:sym typeface="Symbol" pitchFamily="-109" charset="2"/>
                  </a:rPr>
                  <a:t>(</a:t>
                </a:r>
                <a:r>
                  <a:rPr lang="en-US" dirty="0" err="1">
                    <a:sym typeface="Symbol" pitchFamily="-109" charset="2"/>
                  </a:rPr>
                  <a:t>s,a</a:t>
                </a:r>
                <a:r>
                  <a:rPr lang="en-US" dirty="0">
                    <a:sym typeface="Symbol" pitchFamily="-109" charset="2"/>
                  </a:rPr>
                  <a:t>)&gt; 0 (for all </a:t>
                </a:r>
                <a:r>
                  <a:rPr lang="en-US" dirty="0" err="1">
                    <a:sym typeface="Symbol" pitchFamily="-109" charset="2"/>
                  </a:rPr>
                  <a:t>s,a</a:t>
                </a:r>
                <a:r>
                  <a:rPr lang="en-US" dirty="0">
                    <a:sym typeface="Symbol" pitchFamily="-109" charset="2"/>
                  </a:rPr>
                  <a:t>)</a:t>
                </a:r>
              </a:p>
              <a:p>
                <a:pPr marL="342900" indent="-342900"/>
                <a:r>
                  <a:rPr lang="en-US" dirty="0">
                    <a:sym typeface="Symbol" pitchFamily="-109" charset="2"/>
                  </a:rPr>
                  <a:t>To allow for exploration, one way to do so is use an </a:t>
                </a:r>
                <a:r>
                  <a:rPr lang="el-GR" dirty="0"/>
                  <a:t>ε</a:t>
                </a:r>
                <a:r>
                  <a:rPr lang="en-US" dirty="0"/>
                  <a:t>-greedy policy to modify the current policy as actions are performed. </a:t>
                </a:r>
                <a:endParaRPr lang="en-US" dirty="0">
                  <a:sym typeface="Symbol" pitchFamily="-109" charset="2"/>
                </a:endParaRPr>
              </a:p>
              <a:p>
                <a:pPr marL="457200" indent="-457200"/>
                <a:r>
                  <a:rPr lang="el-GR" dirty="0"/>
                  <a:t>ε</a:t>
                </a:r>
                <a:r>
                  <a:rPr lang="en-US" dirty="0"/>
                  <a:t>-greedy policy</a:t>
                </a:r>
              </a:p>
              <a:p>
                <a:pPr marL="838200" lvl="1" indent="-381000"/>
                <a:r>
                  <a:rPr lang="en-US" dirty="0"/>
                  <a:t>With probability  </a:t>
                </a:r>
                <a14:m>
                  <m:oMath xmlns:m="http://schemas.openxmlformats.org/officeDocument/2006/math">
                    <m:r>
                      <a:rPr lang="en-US" b="0" i="1" smtClean="0">
                        <a:latin typeface="Cambria Math" panose="02040503050406030204" pitchFamily="18" charset="0"/>
                      </a:rPr>
                      <m:t>1 −</m:t>
                    </m:r>
                    <m:r>
                      <a:rPr lang="en-US" b="0" i="1" smtClean="0">
                        <a:latin typeface="Cambria Math" panose="02040503050406030204" pitchFamily="18" charset="0"/>
                      </a:rPr>
                      <m:t>𝜖</m:t>
                    </m:r>
                  </m:oMath>
                </a14:m>
                <a:r>
                  <a:rPr lang="en-US" dirty="0"/>
                  <a:t> perform the current optimal action, also called the greedy action, where </a:t>
                </a:r>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  </m:t>
                    </m:r>
                  </m:oMath>
                </a14:m>
                <a:r>
                  <a:rPr lang="en-US" dirty="0"/>
                  <a:t>is small. </a:t>
                </a:r>
                <a:endParaRPr lang="el-GR" dirty="0"/>
              </a:p>
              <a:p>
                <a:pPr marL="838200" lvl="1" indent="-381000"/>
                <a:r>
                  <a:rPr lang="en-US" dirty="0"/>
                  <a:t>However, with probability </a:t>
                </a:r>
                <a14:m>
                  <m:oMath xmlns:m="http://schemas.openxmlformats.org/officeDocument/2006/math">
                    <m:r>
                      <a:rPr lang="en-US" b="0" i="1" smtClean="0">
                        <a:latin typeface="Cambria Math" panose="02040503050406030204" pitchFamily="18" charset="0"/>
                      </a:rPr>
                      <m:t>𝜖</m:t>
                    </m:r>
                  </m:oMath>
                </a14:m>
                <a:r>
                  <a:rPr lang="en-US" dirty="0"/>
                  <a:t> perform a random action</a:t>
                </a:r>
              </a:p>
              <a:p>
                <a:pPr marL="1714500" lvl="3" indent="-342900"/>
                <a:endParaRPr lang="en-US" dirty="0"/>
              </a:p>
              <a:p>
                <a:pPr marL="838200" lvl="1" indent="-381000"/>
                <a:r>
                  <a:rPr lang="en-US" dirty="0"/>
                  <a:t>This allows the agent to keep on exploring the environment</a:t>
                </a:r>
              </a:p>
              <a:p>
                <a:pPr marL="838200" lvl="1" indent="-381000"/>
                <a:r>
                  <a:rPr lang="en-US" dirty="0"/>
                  <a:t>Slowly move it towards greedy policy: </a:t>
                </a:r>
                <a:r>
                  <a:rPr lang="el-GR" dirty="0"/>
                  <a:t>ε -&gt; </a:t>
                </a:r>
                <a:r>
                  <a:rPr lang="en-US" dirty="0"/>
                  <a:t>0</a:t>
                </a:r>
              </a:p>
            </p:txBody>
          </p:sp>
        </mc:Choice>
        <mc:Fallback>
          <p:sp>
            <p:nvSpPr>
              <p:cNvPr id="37891" name="Rectangle 3"/>
              <p:cNvSpPr>
                <a:spLocks noGrp="1" noRot="1" noChangeAspect="1" noMove="1" noResize="1" noEditPoints="1" noAdjustHandles="1" noChangeArrowheads="1" noChangeShapeType="1" noTextEdit="1"/>
              </p:cNvSpPr>
              <p:nvPr>
                <p:ph type="body" idx="1"/>
              </p:nvPr>
            </p:nvSpPr>
            <p:spPr>
              <a:xfrm>
                <a:off x="838199" y="1025612"/>
                <a:ext cx="10604158" cy="5832388"/>
              </a:xfrm>
              <a:blipFill>
                <a:blip r:embed="rId3"/>
                <a:stretch>
                  <a:fillRect l="-957" t="-1739" r="-1196"/>
                </a:stretch>
              </a:blipFill>
            </p:spPr>
            <p:txBody>
              <a:bodyPr/>
              <a:lstStyle/>
              <a:p>
                <a:r>
                  <a:rPr lang="en-US">
                    <a:noFill/>
                  </a:rPr>
                  <a:t> </a:t>
                </a:r>
              </a:p>
            </p:txBody>
          </p:sp>
        </mc:Fallback>
      </mc:AlternateContent>
    </p:spTree>
    <p:extLst>
      <p:ext uri="{BB962C8B-B14F-4D97-AF65-F5344CB8AC3E}">
        <p14:creationId xmlns:p14="http://schemas.microsoft.com/office/powerpoint/2010/main" val="3186716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n-US" dirty="0"/>
              <a:t>Monte Carlo Control without Exploring Starts</a:t>
            </a:r>
          </a:p>
        </p:txBody>
      </p:sp>
      <p:pic>
        <p:nvPicPr>
          <p:cNvPr id="4" name="Picture 3">
            <a:extLst>
              <a:ext uri="{FF2B5EF4-FFF2-40B4-BE49-F238E27FC236}">
                <a16:creationId xmlns:a16="http://schemas.microsoft.com/office/drawing/2014/main" id="{7426709B-6D21-4E41-4F40-9048B86C47B0}"/>
              </a:ext>
            </a:extLst>
          </p:cNvPr>
          <p:cNvPicPr>
            <a:picLocks noChangeAspect="1"/>
          </p:cNvPicPr>
          <p:nvPr/>
        </p:nvPicPr>
        <p:blipFill>
          <a:blip r:embed="rId3"/>
          <a:stretch>
            <a:fillRect/>
          </a:stretch>
        </p:blipFill>
        <p:spPr>
          <a:xfrm>
            <a:off x="605742" y="1399881"/>
            <a:ext cx="7772400" cy="4942052"/>
          </a:xfrm>
          <a:prstGeom prst="rect">
            <a:avLst/>
          </a:prstGeom>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C0BC9DBA-BB93-FC1E-8E72-5BF9E097AD0A}"/>
                  </a:ext>
                </a:extLst>
              </p:cNvPr>
              <p:cNvSpPr txBox="1"/>
              <p:nvPr/>
            </p:nvSpPr>
            <p:spPr>
              <a:xfrm>
                <a:off x="8378142" y="1399881"/>
                <a:ext cx="3613230" cy="923330"/>
              </a:xfrm>
              <a:prstGeom prst="rect">
                <a:avLst/>
              </a:prstGeom>
              <a:noFill/>
            </p:spPr>
            <p:txBody>
              <a:bodyPr wrap="square" rtlCol="0">
                <a:spAutoFit/>
              </a:bodyPr>
              <a:lstStyle/>
              <a:p>
                <a:r>
                  <a:rPr lang="en-US" dirty="0"/>
                  <a:t>Without Exploring Starts: Can start at any </a:t>
                </a:r>
                <a14:m>
                  <m:oMath xmlns:m="http://schemas.openxmlformats.org/officeDocument/2006/math">
                    <m:r>
                      <a:rPr lang="en-US" b="0" i="1" smtClean="0">
                        <a:latin typeface="Cambria Math" panose="02040503050406030204" pitchFamily="18" charset="0"/>
                      </a:rPr>
                      <m:t>&lt;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&gt;</m:t>
                    </m:r>
                  </m:oMath>
                </a14:m>
                <a:r>
                  <a:rPr lang="en-US" dirty="0"/>
                  <a:t> pair. Doesn’t have to start with every pair. </a:t>
                </a:r>
              </a:p>
            </p:txBody>
          </p:sp>
        </mc:Choice>
        <mc:Fallback>
          <p:sp>
            <p:nvSpPr>
              <p:cNvPr id="5" name="TextBox 4">
                <a:extLst>
                  <a:ext uri="{FF2B5EF4-FFF2-40B4-BE49-F238E27FC236}">
                    <a16:creationId xmlns:a16="http://schemas.microsoft.com/office/drawing/2014/main" id="{C0BC9DBA-BB93-FC1E-8E72-5BF9E097AD0A}"/>
                  </a:ext>
                </a:extLst>
              </p:cNvPr>
              <p:cNvSpPr txBox="1">
                <a:spLocks noRot="1" noChangeAspect="1" noMove="1" noResize="1" noEditPoints="1" noAdjustHandles="1" noChangeArrowheads="1" noChangeShapeType="1" noTextEdit="1"/>
              </p:cNvSpPr>
              <p:nvPr/>
            </p:nvSpPr>
            <p:spPr>
              <a:xfrm>
                <a:off x="8378142" y="1399881"/>
                <a:ext cx="3613230" cy="923330"/>
              </a:xfrm>
              <a:prstGeom prst="rect">
                <a:avLst/>
              </a:prstGeom>
              <a:blipFill>
                <a:blip r:embed="rId4"/>
                <a:stretch>
                  <a:fillRect l="-1399" t="-2740" r="-1399" b="-1095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3202E506-472E-4509-7FB1-77DBF4B4F380}"/>
                  </a:ext>
                </a:extLst>
              </p:cNvPr>
              <p:cNvSpPr txBox="1"/>
              <p:nvPr/>
            </p:nvSpPr>
            <p:spPr>
              <a:xfrm>
                <a:off x="8378142" y="2632417"/>
                <a:ext cx="3613230" cy="1754326"/>
              </a:xfrm>
              <a:prstGeom prst="rect">
                <a:avLst/>
              </a:prstGeom>
              <a:noFill/>
            </p:spPr>
            <p:txBody>
              <a:bodyPr wrap="square" rtlCol="0">
                <a:spAutoFit/>
              </a:bodyPr>
              <a:lstStyle/>
              <a:p>
                <a:r>
                  <a:rPr lang="en-US" dirty="0">
                    <a:latin typeface="CMTI10"/>
                  </a:rPr>
                  <a:t>S</a:t>
                </a:r>
                <a:r>
                  <a:rPr lang="en-US" sz="1800" dirty="0">
                    <a:effectLst/>
                    <a:latin typeface="CMTI10"/>
                  </a:rPr>
                  <a:t>oft policy: </a:t>
                </a:r>
                <a:r>
                  <a:rPr lang="en-US" dirty="0">
                    <a:latin typeface="CMR10"/>
                  </a:rPr>
                  <a:t>In such a Policy, </a:t>
                </a:r>
                <a14:m>
                  <m:oMath xmlns:m="http://schemas.openxmlformats.org/officeDocument/2006/math">
                    <m:r>
                      <a:rPr lang="en-US" b="0" i="1" smtClean="0">
                        <a:latin typeface="Cambria Math" panose="02040503050406030204" pitchFamily="18" charset="0"/>
                      </a:rPr>
                      <m:t>𝜋</m:t>
                    </m:r>
                    <m:r>
                      <a:rPr lang="en-US" b="0" i="1" smtClean="0">
                        <a:latin typeface="Cambria Math" panose="02040503050406030204" pitchFamily="18" charset="0"/>
                      </a:rPr>
                      <m:t> </m:t>
                    </m:r>
                  </m:oMath>
                </a14:m>
                <a:r>
                  <a:rPr lang="en-US" sz="1800" dirty="0">
                    <a:effectLst/>
                    <a:latin typeface="CMR10"/>
                  </a:rPr>
                  <a:t>(</a:t>
                </a:r>
                <a:r>
                  <a:rPr lang="en-US" sz="1800" dirty="0" err="1">
                    <a:effectLst/>
                    <a:latin typeface="CMMI10"/>
                  </a:rPr>
                  <a:t>a</a:t>
                </a:r>
                <a:r>
                  <a:rPr lang="en-US" sz="1800" dirty="0" err="1">
                    <a:effectLst/>
                    <a:latin typeface="CMSY10"/>
                  </a:rPr>
                  <a:t>|</a:t>
                </a:r>
                <a:r>
                  <a:rPr lang="en-US" sz="1800" dirty="0" err="1">
                    <a:effectLst/>
                    <a:latin typeface="CMMI10"/>
                  </a:rPr>
                  <a:t>s</a:t>
                </a:r>
                <a:r>
                  <a:rPr lang="en-US" sz="1800" dirty="0">
                    <a:effectLst/>
                    <a:latin typeface="CMR10"/>
                  </a:rPr>
                  <a:t>) </a:t>
                </a:r>
                <a:r>
                  <a:rPr lang="en-US" sz="1800" dirty="0">
                    <a:effectLst/>
                    <a:latin typeface="CMMI10"/>
                  </a:rPr>
                  <a:t>&gt; </a:t>
                </a:r>
                <a:r>
                  <a:rPr lang="en-US" sz="1800" dirty="0">
                    <a:effectLst/>
                    <a:latin typeface="CMR10"/>
                  </a:rPr>
                  <a:t>0 for all </a:t>
                </a:r>
                <a14:m>
                  <m:oMath xmlns:m="http://schemas.openxmlformats.org/officeDocument/2006/math">
                    <m:r>
                      <a:rPr lang="en-US" sz="1800" b="0" i="1" smtClean="0">
                        <a:effectLst/>
                        <a:latin typeface="Cambria Math" panose="02040503050406030204" pitchFamily="18" charset="0"/>
                      </a:rPr>
                      <m:t>𝑠</m:t>
                    </m:r>
                    <m:r>
                      <a:rPr lang="en-US" sz="1800" b="0" i="1" smtClean="0">
                        <a:effectLst/>
                        <a:latin typeface="Cambria Math" panose="02040503050406030204" pitchFamily="18" charset="0"/>
                      </a:rPr>
                      <m:t>∈</m:t>
                    </m:r>
                    <m:r>
                      <a:rPr lang="en-US" sz="1800" b="0" i="1" smtClean="0">
                        <a:effectLst/>
                        <a:latin typeface="Cambria Math" panose="02040503050406030204" pitchFamily="18" charset="0"/>
                      </a:rPr>
                      <m:t>𝑆</m:t>
                    </m:r>
                  </m:oMath>
                </a14:m>
                <a:r>
                  <a:rPr lang="en-US" sz="1800" dirty="0">
                    <a:effectLst/>
                    <a:latin typeface="EUSM10"/>
                  </a:rPr>
                  <a:t> </a:t>
                </a:r>
                <a:r>
                  <a:rPr lang="en-US" sz="1800" dirty="0">
                    <a:effectLst/>
                    <a:latin typeface="CMR10"/>
                  </a:rPr>
                  <a:t>and all </a:t>
                </a:r>
                <a14:m>
                  <m:oMath xmlns:m="http://schemas.openxmlformats.org/officeDocument/2006/math">
                    <m:r>
                      <a:rPr lang="en-US" sz="1800" b="0" i="1" smtClean="0">
                        <a:effectLst/>
                        <a:latin typeface="Cambria Math" panose="02040503050406030204" pitchFamily="18" charset="0"/>
                      </a:rPr>
                      <m:t>𝑎</m:t>
                    </m:r>
                    <m:r>
                      <a:rPr lang="en-US" sz="1800" b="0" i="1" smtClean="0">
                        <a:effectLst/>
                        <a:latin typeface="Cambria Math" panose="02040503050406030204" pitchFamily="18" charset="0"/>
                      </a:rPr>
                      <m:t>∈</m:t>
                    </m:r>
                    <m:r>
                      <a:rPr lang="en-US" sz="1800" b="0" i="1" smtClean="0">
                        <a:effectLst/>
                        <a:latin typeface="Cambria Math" panose="02040503050406030204" pitchFamily="18" charset="0"/>
                      </a:rPr>
                      <m:t>𝐴</m:t>
                    </m:r>
                    <m:r>
                      <a:rPr lang="en-US" sz="1800" b="0" i="1" smtClean="0">
                        <a:effectLst/>
                        <a:latin typeface="Cambria Math" panose="02040503050406030204" pitchFamily="18" charset="0"/>
                      </a:rPr>
                      <m:t>(</m:t>
                    </m:r>
                    <m:r>
                      <a:rPr lang="en-US" sz="1800" b="0" i="1" smtClean="0">
                        <a:effectLst/>
                        <a:latin typeface="Cambria Math" panose="02040503050406030204" pitchFamily="18" charset="0"/>
                      </a:rPr>
                      <m:t>𝑠</m:t>
                    </m:r>
                    <m:r>
                      <a:rPr lang="en-US" sz="1800" b="0" i="1" smtClean="0">
                        <a:effectLst/>
                        <a:latin typeface="Cambria Math" panose="02040503050406030204" pitchFamily="18" charset="0"/>
                      </a:rPr>
                      <m:t>)</m:t>
                    </m:r>
                  </m:oMath>
                </a14:m>
                <a:r>
                  <a:rPr lang="en-US" sz="1800" dirty="0">
                    <a:effectLst/>
                    <a:latin typeface="CMR10"/>
                  </a:rPr>
                  <a:t> , but gradually shifted closer and closer to a deterministic </a:t>
                </a:r>
                <a:r>
                  <a:rPr lang="en-US" dirty="0"/>
                  <a:t> </a:t>
                </a:r>
                <a:r>
                  <a:rPr lang="en-US" sz="1800" dirty="0">
                    <a:effectLst/>
                    <a:latin typeface="CMR10"/>
                  </a:rPr>
                  <a:t>optimal policy.  This is where learning happens. </a:t>
                </a:r>
                <a:endParaRPr lang="en-US" dirty="0"/>
              </a:p>
              <a:p>
                <a:endParaRPr lang="en-US" dirty="0"/>
              </a:p>
            </p:txBody>
          </p:sp>
        </mc:Choice>
        <mc:Fallback>
          <p:sp>
            <p:nvSpPr>
              <p:cNvPr id="6" name="TextBox 5">
                <a:extLst>
                  <a:ext uri="{FF2B5EF4-FFF2-40B4-BE49-F238E27FC236}">
                    <a16:creationId xmlns:a16="http://schemas.microsoft.com/office/drawing/2014/main" id="{3202E506-472E-4509-7FB1-77DBF4B4F380}"/>
                  </a:ext>
                </a:extLst>
              </p:cNvPr>
              <p:cNvSpPr txBox="1">
                <a:spLocks noRot="1" noChangeAspect="1" noMove="1" noResize="1" noEditPoints="1" noAdjustHandles="1" noChangeArrowheads="1" noChangeShapeType="1" noTextEdit="1"/>
              </p:cNvSpPr>
              <p:nvPr/>
            </p:nvSpPr>
            <p:spPr>
              <a:xfrm>
                <a:off x="8378142" y="2632417"/>
                <a:ext cx="3613230" cy="1754326"/>
              </a:xfrm>
              <a:prstGeom prst="rect">
                <a:avLst/>
              </a:prstGeom>
              <a:blipFill>
                <a:blip r:embed="rId5"/>
                <a:stretch>
                  <a:fillRect l="-1399" t="-2158" r="-20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555B5A6-4FFB-6D9E-CBED-F81488D8434B}"/>
                  </a:ext>
                </a:extLst>
              </p:cNvPr>
              <p:cNvSpPr txBox="1"/>
              <p:nvPr/>
            </p:nvSpPr>
            <p:spPr>
              <a:xfrm>
                <a:off x="8461093" y="4904121"/>
                <a:ext cx="3649884" cy="1754326"/>
              </a:xfrm>
              <a:prstGeom prst="rect">
                <a:avLst/>
              </a:prstGeom>
              <a:noFill/>
            </p:spPr>
            <p:txBody>
              <a:bodyPr wrap="square" rtlCol="0">
                <a:spAutoFit/>
              </a:bodyPr>
              <a:lstStyle/>
              <a:p>
                <a14:m>
                  <m:oMath xmlns:m="http://schemas.openxmlformats.org/officeDocument/2006/math">
                    <m:r>
                      <a:rPr lang="en-US" sz="1800" b="0" i="1" smtClean="0">
                        <a:effectLst/>
                        <a:latin typeface="Cambria Math" panose="02040503050406030204" pitchFamily="18" charset="0"/>
                      </a:rPr>
                      <m:t>𝜖</m:t>
                    </m:r>
                  </m:oMath>
                </a14:m>
                <a:r>
                  <a:rPr lang="en-US" sz="1800" dirty="0">
                    <a:effectLst/>
                    <a:latin typeface="CMTI10"/>
                  </a:rPr>
                  <a:t>-greedy </a:t>
                </a:r>
                <a:r>
                  <a:rPr lang="en-US" sz="1800" dirty="0">
                    <a:effectLst/>
                    <a:latin typeface="CMR10"/>
                  </a:rPr>
                  <a:t>policy: Most of the time, choose an action that has maximal estimated action value, </a:t>
                </a:r>
                <a:endParaRPr lang="en-US" dirty="0"/>
              </a:p>
              <a:p>
                <a:r>
                  <a:rPr lang="en-US" sz="1800" dirty="0">
                    <a:effectLst/>
                    <a:latin typeface="CMR10"/>
                  </a:rPr>
                  <a:t>but with probability </a:t>
                </a:r>
                <a14:m>
                  <m:oMath xmlns:m="http://schemas.openxmlformats.org/officeDocument/2006/math">
                    <m:r>
                      <a:rPr lang="en-US" sz="1800" b="0" i="1" smtClean="0">
                        <a:effectLst/>
                        <a:latin typeface="Cambria Math" panose="02040503050406030204" pitchFamily="18" charset="0"/>
                      </a:rPr>
                      <m:t>𝜖</m:t>
                    </m:r>
                  </m:oMath>
                </a14:m>
                <a:r>
                  <a:rPr lang="en-US" sz="1800" dirty="0">
                    <a:effectLst/>
                    <a:latin typeface="CMMI10"/>
                  </a:rPr>
                  <a:t> </a:t>
                </a:r>
                <a:r>
                  <a:rPr lang="en-US" sz="1800" dirty="0">
                    <a:effectLst/>
                    <a:latin typeface="CMR10"/>
                  </a:rPr>
                  <a:t>they instead select an action at random. </a:t>
                </a:r>
                <a:endParaRPr lang="en-US" dirty="0"/>
              </a:p>
              <a:p>
                <a:endParaRPr lang="en-US" dirty="0"/>
              </a:p>
            </p:txBody>
          </p:sp>
        </mc:Choice>
        <mc:Fallback xmlns="">
          <p:sp>
            <p:nvSpPr>
              <p:cNvPr id="7" name="TextBox 6">
                <a:extLst>
                  <a:ext uri="{FF2B5EF4-FFF2-40B4-BE49-F238E27FC236}">
                    <a16:creationId xmlns:a16="http://schemas.microsoft.com/office/drawing/2014/main" id="{F555B5A6-4FFB-6D9E-CBED-F81488D8434B}"/>
                  </a:ext>
                </a:extLst>
              </p:cNvPr>
              <p:cNvSpPr txBox="1">
                <a:spLocks noRot="1" noChangeAspect="1" noMove="1" noResize="1" noEditPoints="1" noAdjustHandles="1" noChangeArrowheads="1" noChangeShapeType="1" noTextEdit="1"/>
              </p:cNvSpPr>
              <p:nvPr/>
            </p:nvSpPr>
            <p:spPr>
              <a:xfrm>
                <a:off x="8461093" y="4904121"/>
                <a:ext cx="3649884" cy="1754326"/>
              </a:xfrm>
              <a:prstGeom prst="rect">
                <a:avLst/>
              </a:prstGeom>
              <a:blipFill>
                <a:blip r:embed="rId6"/>
                <a:stretch>
                  <a:fillRect l="-1389" t="-714"/>
                </a:stretch>
              </a:blipFill>
            </p:spPr>
            <p:txBody>
              <a:bodyPr/>
              <a:lstStyle/>
              <a:p>
                <a:r>
                  <a:rPr lang="en-US">
                    <a:noFill/>
                  </a:rPr>
                  <a:t> </a:t>
                </a:r>
              </a:p>
            </p:txBody>
          </p:sp>
        </mc:Fallback>
      </mc:AlternateContent>
    </p:spTree>
    <p:extLst>
      <p:ext uri="{BB962C8B-B14F-4D97-AF65-F5344CB8AC3E}">
        <p14:creationId xmlns:p14="http://schemas.microsoft.com/office/powerpoint/2010/main" val="322921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n-US" dirty="0"/>
              <a:t>MC Control: Limited Exploration, Mostly Exploitation </a:t>
            </a:r>
          </a:p>
        </p:txBody>
      </p:sp>
      <p:pic>
        <p:nvPicPr>
          <p:cNvPr id="4" name="Picture 3">
            <a:extLst>
              <a:ext uri="{FF2B5EF4-FFF2-40B4-BE49-F238E27FC236}">
                <a16:creationId xmlns:a16="http://schemas.microsoft.com/office/drawing/2014/main" id="{7426709B-6D21-4E41-4F40-9048B86C47B0}"/>
              </a:ext>
            </a:extLst>
          </p:cNvPr>
          <p:cNvPicPr>
            <a:picLocks noChangeAspect="1"/>
          </p:cNvPicPr>
          <p:nvPr/>
        </p:nvPicPr>
        <p:blipFill>
          <a:blip r:embed="rId3"/>
          <a:stretch>
            <a:fillRect/>
          </a:stretch>
        </p:blipFill>
        <p:spPr>
          <a:xfrm>
            <a:off x="605742" y="1690688"/>
            <a:ext cx="5649555" cy="3592249"/>
          </a:xfrm>
          <a:prstGeom prst="rect">
            <a:avLst/>
          </a:prstGeom>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F555B5A6-4FFB-6D9E-CBED-F81488D8434B}"/>
                  </a:ext>
                </a:extLst>
              </p:cNvPr>
              <p:cNvSpPr txBox="1"/>
              <p:nvPr/>
            </p:nvSpPr>
            <p:spPr>
              <a:xfrm>
                <a:off x="6255297" y="3149795"/>
                <a:ext cx="5098503" cy="3693319"/>
              </a:xfrm>
              <a:prstGeom prst="rect">
                <a:avLst/>
              </a:prstGeom>
              <a:noFill/>
            </p:spPr>
            <p:txBody>
              <a:bodyPr wrap="square" rtlCol="0">
                <a:spAutoFit/>
              </a:bodyPr>
              <a:lstStyle/>
              <a:p>
                <a:pPr marL="285750" indent="-285750">
                  <a:buFont typeface="Arial" panose="020B0604020202020204" pitchFamily="34" charset="0"/>
                  <a:buChar char="•"/>
                </a:pPr>
                <a:r>
                  <a:rPr lang="en-US" dirty="0"/>
                  <a:t>The value of </a:t>
                </a:r>
                <a14:m>
                  <m:oMath xmlns:m="http://schemas.openxmlformats.org/officeDocument/2006/math">
                    <m:r>
                      <a:rPr lang="en-US" b="0" i="1" smtClean="0">
                        <a:latin typeface="Cambria Math" panose="02040503050406030204" pitchFamily="18" charset="0"/>
                      </a:rPr>
                      <m:t>𝑄</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e>
                    </m:d>
                    <m:r>
                      <a:rPr lang="en-US" b="0" i="1" smtClean="0">
                        <a:latin typeface="Cambria Math" panose="02040503050406030204" pitchFamily="18" charset="0"/>
                      </a:rPr>
                      <m:t>  </m:t>
                    </m:r>
                  </m:oMath>
                </a14:m>
                <a:r>
                  <a:rPr lang="en-US" dirty="0"/>
                  <a:t>may change because of the new average computation. </a:t>
                </a:r>
              </a:p>
              <a:p>
                <a:pPr marL="285750" indent="-285750">
                  <a:buFont typeface="Arial" panose="020B0604020202020204" pitchFamily="34" charset="0"/>
                  <a:buChar char="•"/>
                </a:pPr>
                <a:r>
                  <a:rPr lang="en-US" dirty="0"/>
                  <a:t>As a result, a new action may become the best action out of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0" smtClean="0">
                        <a:latin typeface="Cambria Math" panose="02040503050406030204" pitchFamily="18" charset="0"/>
                      </a:rPr>
                      <m:t>;</m:t>
                    </m:r>
                  </m:oMath>
                </a14:m>
                <a:r>
                  <a:rPr lang="en-US" dirty="0"/>
                  <a:t> this action is called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oMath>
                </a14:m>
                <a:r>
                  <a:rPr lang="en-US" dirty="0"/>
                  <a:t>.</a:t>
                </a:r>
              </a:p>
              <a:p>
                <a:pPr marL="285750" indent="-285750">
                  <a:buFont typeface="Arial" panose="020B0604020202020204" pitchFamily="34" charset="0"/>
                  <a:buChar char="•"/>
                </a:pPr>
                <a:r>
                  <a:rPr lang="en-US" dirty="0"/>
                  <a:t>This will cause the </a:t>
                </a:r>
                <a14:m>
                  <m:oMath xmlns:m="http://schemas.openxmlformats.org/officeDocument/2006/math">
                    <m:r>
                      <a:rPr lang="en-US" b="0" i="1" smtClean="0">
                        <a:latin typeface="Cambria Math" panose="02040503050406030204" pitchFamily="18" charset="0"/>
                      </a:rPr>
                      <m:t>𝜋</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r>
                  <a:rPr lang="en-US" dirty="0"/>
                  <a:t> values to change as per the formula. </a:t>
                </a:r>
              </a:p>
              <a:p>
                <a:pPr marL="285750" indent="-285750">
                  <a:buFont typeface="Arial" panose="020B0604020202020204" pitchFamily="34" charset="0"/>
                  <a:buChar char="•"/>
                </a:pPr>
                <a:r>
                  <a:rPr lang="en-US" dirty="0"/>
                  <a:t>The formula gives a high probability to the best action, and low but non-0 probability to all other actions.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Even though it is mostly exploitation and limited exploration, the algorithm actually learns. </a:t>
                </a:r>
              </a:p>
              <a:p>
                <a:endParaRPr lang="en-US" dirty="0"/>
              </a:p>
            </p:txBody>
          </p:sp>
        </mc:Choice>
        <mc:Fallback>
          <p:sp>
            <p:nvSpPr>
              <p:cNvPr id="7" name="TextBox 6">
                <a:extLst>
                  <a:ext uri="{FF2B5EF4-FFF2-40B4-BE49-F238E27FC236}">
                    <a16:creationId xmlns:a16="http://schemas.microsoft.com/office/drawing/2014/main" id="{F555B5A6-4FFB-6D9E-CBED-F81488D8434B}"/>
                  </a:ext>
                </a:extLst>
              </p:cNvPr>
              <p:cNvSpPr txBox="1">
                <a:spLocks noRot="1" noChangeAspect="1" noMove="1" noResize="1" noEditPoints="1" noAdjustHandles="1" noChangeArrowheads="1" noChangeShapeType="1" noTextEdit="1"/>
              </p:cNvSpPr>
              <p:nvPr/>
            </p:nvSpPr>
            <p:spPr>
              <a:xfrm>
                <a:off x="6255297" y="3149795"/>
                <a:ext cx="5098503" cy="3693319"/>
              </a:xfrm>
              <a:prstGeom prst="rect">
                <a:avLst/>
              </a:prstGeom>
              <a:blipFill>
                <a:blip r:embed="rId4"/>
                <a:stretch>
                  <a:fillRect l="-744" t="-1027" r="-1737"/>
                </a:stretch>
              </a:blipFill>
            </p:spPr>
            <p:txBody>
              <a:bodyPr/>
              <a:lstStyle/>
              <a:p>
                <a:r>
                  <a:rPr lang="en-US">
                    <a:noFill/>
                  </a:rPr>
                  <a:t> </a:t>
                </a:r>
              </a:p>
            </p:txBody>
          </p:sp>
        </mc:Fallback>
      </mc:AlternateContent>
    </p:spTree>
    <p:extLst>
      <p:ext uri="{BB962C8B-B14F-4D97-AF65-F5344CB8AC3E}">
        <p14:creationId xmlns:p14="http://schemas.microsoft.com/office/powerpoint/2010/main" val="3982282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n-US" dirty="0"/>
              <a:t>MC Control: On Policy Learning</a:t>
            </a:r>
          </a:p>
        </p:txBody>
      </p:sp>
      <p:pic>
        <p:nvPicPr>
          <p:cNvPr id="4" name="Picture 3">
            <a:extLst>
              <a:ext uri="{FF2B5EF4-FFF2-40B4-BE49-F238E27FC236}">
                <a16:creationId xmlns:a16="http://schemas.microsoft.com/office/drawing/2014/main" id="{7426709B-6D21-4E41-4F40-9048B86C47B0}"/>
              </a:ext>
            </a:extLst>
          </p:cNvPr>
          <p:cNvPicPr>
            <a:picLocks noChangeAspect="1"/>
          </p:cNvPicPr>
          <p:nvPr/>
        </p:nvPicPr>
        <p:blipFill>
          <a:blip r:embed="rId3"/>
          <a:stretch>
            <a:fillRect/>
          </a:stretch>
        </p:blipFill>
        <p:spPr>
          <a:xfrm>
            <a:off x="660084" y="1397693"/>
            <a:ext cx="5746723" cy="3654033"/>
          </a:xfrm>
          <a:prstGeom prst="rect">
            <a:avLst/>
          </a:prstGeom>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F555B5A6-4FFB-6D9E-CBED-F81488D8434B}"/>
                  </a:ext>
                </a:extLst>
              </p:cNvPr>
              <p:cNvSpPr txBox="1"/>
              <p:nvPr/>
            </p:nvSpPr>
            <p:spPr>
              <a:xfrm>
                <a:off x="6646243" y="1397693"/>
                <a:ext cx="5098503" cy="4247317"/>
              </a:xfrm>
              <a:prstGeom prst="rect">
                <a:avLst/>
              </a:prstGeom>
              <a:noFill/>
            </p:spPr>
            <p:txBody>
              <a:bodyPr wrap="square" rtlCol="0">
                <a:spAutoFit/>
              </a:bodyPr>
              <a:lstStyle/>
              <a:p>
                <a:pPr marL="285750" indent="-285750">
                  <a:buFont typeface="Arial" panose="020B0604020202020204" pitchFamily="34" charset="0"/>
                  <a:buChar char="•"/>
                </a:pPr>
                <a:r>
                  <a:rPr lang="en-US" dirty="0"/>
                  <a:t>This algorithm is called an On-policy Learning algorithm.</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To understand the difference between On-Policy and Off-Policy Learning, we need to know</a:t>
                </a:r>
              </a:p>
              <a:p>
                <a:pPr marL="742950" lvl="1" indent="-285750">
                  <a:buFont typeface="Arial" panose="020B0604020202020204" pitchFamily="34" charset="0"/>
                  <a:buChar char="•"/>
                </a:pPr>
                <a:r>
                  <a:rPr lang="en-US" dirty="0"/>
                  <a:t>Behavior Policy: How the agent behaves </a:t>
                </a:r>
              </a:p>
              <a:p>
                <a:pPr marL="742950" lvl="1" indent="-285750">
                  <a:buFont typeface="Arial" panose="020B0604020202020204" pitchFamily="34" charset="0"/>
                  <a:buChar char="•"/>
                </a:pPr>
                <a:r>
                  <a:rPr lang="en-US" dirty="0"/>
                  <a:t>Update Policy: How the agent updates its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  </m:t>
                    </m:r>
                  </m:oMath>
                </a14:m>
                <a:r>
                  <a:rPr lang="en-US" dirty="0"/>
                  <a:t>function. </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(The word Policy is overused!)</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If behavior policy </a:t>
                </a:r>
                <a14:m>
                  <m:oMath xmlns:m="http://schemas.openxmlformats.org/officeDocument/2006/math">
                    <m:r>
                      <a:rPr lang="en-US" b="0" i="1" smtClean="0">
                        <a:latin typeface="Cambria Math" panose="02040503050406030204" pitchFamily="18" charset="0"/>
                      </a:rPr>
                      <m:t>≡</m:t>
                    </m:r>
                  </m:oMath>
                </a14:m>
                <a:r>
                  <a:rPr lang="en-US" dirty="0"/>
                  <a:t> update policy, it is called On Policy learning.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algorithm is On Policy. </a:t>
                </a:r>
              </a:p>
            </p:txBody>
          </p:sp>
        </mc:Choice>
        <mc:Fallback>
          <p:sp>
            <p:nvSpPr>
              <p:cNvPr id="7" name="TextBox 6">
                <a:extLst>
                  <a:ext uri="{FF2B5EF4-FFF2-40B4-BE49-F238E27FC236}">
                    <a16:creationId xmlns:a16="http://schemas.microsoft.com/office/drawing/2014/main" id="{F555B5A6-4FFB-6D9E-CBED-F81488D8434B}"/>
                  </a:ext>
                </a:extLst>
              </p:cNvPr>
              <p:cNvSpPr txBox="1">
                <a:spLocks noRot="1" noChangeAspect="1" noMove="1" noResize="1" noEditPoints="1" noAdjustHandles="1" noChangeArrowheads="1" noChangeShapeType="1" noTextEdit="1"/>
              </p:cNvSpPr>
              <p:nvPr/>
            </p:nvSpPr>
            <p:spPr>
              <a:xfrm>
                <a:off x="6646243" y="1397693"/>
                <a:ext cx="5098503" cy="4247317"/>
              </a:xfrm>
              <a:prstGeom prst="rect">
                <a:avLst/>
              </a:prstGeom>
              <a:blipFill>
                <a:blip r:embed="rId4"/>
                <a:stretch>
                  <a:fillRect l="-746" t="-298" r="-249" b="-119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A01030B2-2501-F25A-34BD-AECDE55E4AFB}"/>
                  </a:ext>
                </a:extLst>
              </p14:cNvPr>
              <p14:cNvContentPartPr/>
              <p14:nvPr/>
            </p14:nvContentPartPr>
            <p14:xfrm>
              <a:off x="311964" y="3068494"/>
              <a:ext cx="696240" cy="2599200"/>
            </p14:xfrm>
          </p:contentPart>
        </mc:Choice>
        <mc:Fallback>
          <p:pic>
            <p:nvPicPr>
              <p:cNvPr id="2" name="Ink 1">
                <a:extLst>
                  <a:ext uri="{FF2B5EF4-FFF2-40B4-BE49-F238E27FC236}">
                    <a16:creationId xmlns:a16="http://schemas.microsoft.com/office/drawing/2014/main" id="{A01030B2-2501-F25A-34BD-AECDE55E4AFB}"/>
                  </a:ext>
                </a:extLst>
              </p:cNvPr>
              <p:cNvPicPr/>
              <p:nvPr/>
            </p:nvPicPr>
            <p:blipFill>
              <a:blip r:embed="rId6"/>
              <a:stretch>
                <a:fillRect/>
              </a:stretch>
            </p:blipFill>
            <p:spPr>
              <a:xfrm>
                <a:off x="303324" y="3059494"/>
                <a:ext cx="713880" cy="26168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5115E88E-F4CB-732B-6128-BE8887CEB1F2}"/>
                  </a:ext>
                </a:extLst>
              </p14:cNvPr>
              <p14:cNvContentPartPr/>
              <p14:nvPr/>
            </p14:nvContentPartPr>
            <p14:xfrm>
              <a:off x="985884" y="2893174"/>
              <a:ext cx="4200840" cy="365400"/>
            </p14:xfrm>
          </p:contentPart>
        </mc:Choice>
        <mc:Fallback>
          <p:pic>
            <p:nvPicPr>
              <p:cNvPr id="3" name="Ink 2">
                <a:extLst>
                  <a:ext uri="{FF2B5EF4-FFF2-40B4-BE49-F238E27FC236}">
                    <a16:creationId xmlns:a16="http://schemas.microsoft.com/office/drawing/2014/main" id="{5115E88E-F4CB-732B-6128-BE8887CEB1F2}"/>
                  </a:ext>
                </a:extLst>
              </p:cNvPr>
              <p:cNvPicPr/>
              <p:nvPr/>
            </p:nvPicPr>
            <p:blipFill>
              <a:blip r:embed="rId8"/>
              <a:stretch>
                <a:fillRect/>
              </a:stretch>
            </p:blipFill>
            <p:spPr>
              <a:xfrm>
                <a:off x="977244" y="2884174"/>
                <a:ext cx="4218480" cy="383040"/>
              </a:xfrm>
              <a:prstGeom prst="rect">
                <a:avLst/>
              </a:prstGeom>
            </p:spPr>
          </p:pic>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F445453-0BCE-1D39-C459-1E35E8AC5DE0}"/>
                  </a:ext>
                </a:extLst>
              </p:cNvPr>
              <p:cNvSpPr txBox="1"/>
              <p:nvPr/>
            </p:nvSpPr>
            <p:spPr>
              <a:xfrm>
                <a:off x="210065" y="5667694"/>
                <a:ext cx="3892378" cy="923330"/>
              </a:xfrm>
              <a:prstGeom prst="rect">
                <a:avLst/>
              </a:prstGeom>
              <a:noFill/>
            </p:spPr>
            <p:txBody>
              <a:bodyPr wrap="square" rtlCol="0">
                <a:spAutoFit/>
              </a:bodyPr>
              <a:lstStyle/>
              <a:p>
                <a:r>
                  <a:rPr lang="en-US" dirty="0"/>
                  <a:t>This is the behavior policy: How actions are performed. This is according to the policy </a:t>
                </a:r>
                <a14:m>
                  <m:oMath xmlns:m="http://schemas.openxmlformats.org/officeDocument/2006/math">
                    <m:r>
                      <a:rPr lang="en-US" b="0" i="1" smtClean="0">
                        <a:latin typeface="Cambria Math" panose="02040503050406030204" pitchFamily="18" charset="0"/>
                      </a:rPr>
                      <m:t>𝜋</m:t>
                    </m:r>
                    <m:r>
                      <a:rPr lang="en-US" b="0" i="1" smtClean="0">
                        <a:latin typeface="Cambria Math" panose="02040503050406030204" pitchFamily="18" charset="0"/>
                      </a:rPr>
                      <m:t> </m:t>
                    </m:r>
                  </m:oMath>
                </a14:m>
                <a:r>
                  <a:rPr lang="en-US" dirty="0"/>
                  <a:t>in existence. </a:t>
                </a:r>
              </a:p>
            </p:txBody>
          </p:sp>
        </mc:Choice>
        <mc:Fallback>
          <p:sp>
            <p:nvSpPr>
              <p:cNvPr id="5" name="TextBox 4">
                <a:extLst>
                  <a:ext uri="{FF2B5EF4-FFF2-40B4-BE49-F238E27FC236}">
                    <a16:creationId xmlns:a16="http://schemas.microsoft.com/office/drawing/2014/main" id="{BF445453-0BCE-1D39-C459-1E35E8AC5DE0}"/>
                  </a:ext>
                </a:extLst>
              </p:cNvPr>
              <p:cNvSpPr txBox="1">
                <a:spLocks noRot="1" noChangeAspect="1" noMove="1" noResize="1" noEditPoints="1" noAdjustHandles="1" noChangeArrowheads="1" noChangeShapeType="1" noTextEdit="1"/>
              </p:cNvSpPr>
              <p:nvPr/>
            </p:nvSpPr>
            <p:spPr>
              <a:xfrm>
                <a:off x="210065" y="5667694"/>
                <a:ext cx="3892378" cy="923330"/>
              </a:xfrm>
              <a:prstGeom prst="rect">
                <a:avLst/>
              </a:prstGeom>
              <a:blipFill>
                <a:blip r:embed="rId9"/>
                <a:stretch>
                  <a:fillRect l="-1299" t="-2740" r="-974" b="-10959"/>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2478A9C9-E367-BA2E-1744-7CC9714C32D5}"/>
              </a:ext>
            </a:extLst>
          </p:cNvPr>
          <p:cNvSpPr txBox="1"/>
          <p:nvPr/>
        </p:nvSpPr>
        <p:spPr>
          <a:xfrm>
            <a:off x="5093066" y="5862496"/>
            <a:ext cx="3830594" cy="923330"/>
          </a:xfrm>
          <a:prstGeom prst="rect">
            <a:avLst/>
          </a:prstGeom>
          <a:noFill/>
        </p:spPr>
        <p:txBody>
          <a:bodyPr wrap="square" rtlCol="0">
            <a:spAutoFit/>
          </a:bodyPr>
          <a:lstStyle/>
          <a:p>
            <a:r>
              <a:rPr lang="en-US" dirty="0"/>
              <a:t>This is the update policy. The policy being updated is the one being used to behave, not something else. </a:t>
            </a:r>
          </a:p>
        </p:txBody>
      </p:sp>
      <p:grpSp>
        <p:nvGrpSpPr>
          <p:cNvPr id="15" name="Group 14">
            <a:extLst>
              <a:ext uri="{FF2B5EF4-FFF2-40B4-BE49-F238E27FC236}">
                <a16:creationId xmlns:a16="http://schemas.microsoft.com/office/drawing/2014/main" id="{89FAC155-E3E4-E8F3-DF61-773AB974AB53}"/>
              </a:ext>
            </a:extLst>
          </p:cNvPr>
          <p:cNvGrpSpPr/>
          <p:nvPr/>
        </p:nvGrpSpPr>
        <p:grpSpPr>
          <a:xfrm>
            <a:off x="1821084" y="4514254"/>
            <a:ext cx="3492000" cy="1619640"/>
            <a:chOff x="1821084" y="4514254"/>
            <a:chExt cx="3492000" cy="1619640"/>
          </a:xfrm>
        </p:grpSpPr>
        <mc:AlternateContent xmlns:mc="http://schemas.openxmlformats.org/markup-compatibility/2006">
          <mc:Choice xmlns:p14="http://schemas.microsoft.com/office/powerpoint/2010/main" Requires="p14">
            <p:contentPart p14:bwMode="auto" r:id="rId10">
              <p14:nvContentPartPr>
                <p14:cNvPr id="11" name="Ink 10">
                  <a:extLst>
                    <a:ext uri="{FF2B5EF4-FFF2-40B4-BE49-F238E27FC236}">
                      <a16:creationId xmlns:a16="http://schemas.microsoft.com/office/drawing/2014/main" id="{FB5ABCD1-80DC-1111-B827-AECB488B105C}"/>
                    </a:ext>
                  </a:extLst>
                </p14:cNvPr>
                <p14:cNvContentPartPr/>
                <p14:nvPr/>
              </p14:nvContentPartPr>
              <p14:xfrm>
                <a:off x="1821084" y="4514254"/>
                <a:ext cx="2980800" cy="448920"/>
              </p14:xfrm>
            </p:contentPart>
          </mc:Choice>
          <mc:Fallback>
            <p:pic>
              <p:nvPicPr>
                <p:cNvPr id="11" name="Ink 10">
                  <a:extLst>
                    <a:ext uri="{FF2B5EF4-FFF2-40B4-BE49-F238E27FC236}">
                      <a16:creationId xmlns:a16="http://schemas.microsoft.com/office/drawing/2014/main" id="{FB5ABCD1-80DC-1111-B827-AECB488B105C}"/>
                    </a:ext>
                  </a:extLst>
                </p:cNvPr>
                <p:cNvPicPr/>
                <p:nvPr/>
              </p:nvPicPr>
              <p:blipFill>
                <a:blip r:embed="rId11"/>
                <a:stretch>
                  <a:fillRect/>
                </a:stretch>
              </p:blipFill>
              <p:spPr>
                <a:xfrm>
                  <a:off x="1812444" y="4505254"/>
                  <a:ext cx="2998440" cy="4665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2" name="Ink 11">
                  <a:extLst>
                    <a:ext uri="{FF2B5EF4-FFF2-40B4-BE49-F238E27FC236}">
                      <a16:creationId xmlns:a16="http://schemas.microsoft.com/office/drawing/2014/main" id="{F8EC7529-D5C6-1DC5-5ECC-54DC582E8F9D}"/>
                    </a:ext>
                  </a:extLst>
                </p14:cNvPr>
                <p14:cNvContentPartPr/>
                <p14:nvPr/>
              </p14:nvContentPartPr>
              <p14:xfrm>
                <a:off x="4156044" y="4889374"/>
                <a:ext cx="1018440" cy="1244520"/>
              </p14:xfrm>
            </p:contentPart>
          </mc:Choice>
          <mc:Fallback>
            <p:pic>
              <p:nvPicPr>
                <p:cNvPr id="12" name="Ink 11">
                  <a:extLst>
                    <a:ext uri="{FF2B5EF4-FFF2-40B4-BE49-F238E27FC236}">
                      <a16:creationId xmlns:a16="http://schemas.microsoft.com/office/drawing/2014/main" id="{F8EC7529-D5C6-1DC5-5ECC-54DC582E8F9D}"/>
                    </a:ext>
                  </a:extLst>
                </p:cNvPr>
                <p:cNvPicPr/>
                <p:nvPr/>
              </p:nvPicPr>
              <p:blipFill>
                <a:blip r:embed="rId13"/>
                <a:stretch>
                  <a:fillRect/>
                </a:stretch>
              </p:blipFill>
              <p:spPr>
                <a:xfrm>
                  <a:off x="4147404" y="4880734"/>
                  <a:ext cx="1036080" cy="12621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4" name="Ink 13">
                  <a:extLst>
                    <a:ext uri="{FF2B5EF4-FFF2-40B4-BE49-F238E27FC236}">
                      <a16:creationId xmlns:a16="http://schemas.microsoft.com/office/drawing/2014/main" id="{52AADAF3-BCB2-34A0-52AA-06A7D718A7C7}"/>
                    </a:ext>
                  </a:extLst>
                </p14:cNvPr>
                <p14:cNvContentPartPr/>
                <p14:nvPr/>
              </p14:nvContentPartPr>
              <p14:xfrm>
                <a:off x="5312724" y="5525494"/>
                <a:ext cx="360" cy="360"/>
              </p14:xfrm>
            </p:contentPart>
          </mc:Choice>
          <mc:Fallback>
            <p:pic>
              <p:nvPicPr>
                <p:cNvPr id="14" name="Ink 13">
                  <a:extLst>
                    <a:ext uri="{FF2B5EF4-FFF2-40B4-BE49-F238E27FC236}">
                      <a16:creationId xmlns:a16="http://schemas.microsoft.com/office/drawing/2014/main" id="{52AADAF3-BCB2-34A0-52AA-06A7D718A7C7}"/>
                    </a:ext>
                  </a:extLst>
                </p:cNvPr>
                <p:cNvPicPr/>
                <p:nvPr/>
              </p:nvPicPr>
              <p:blipFill>
                <a:blip r:embed="rId15"/>
                <a:stretch>
                  <a:fillRect/>
                </a:stretch>
              </p:blipFill>
              <p:spPr>
                <a:xfrm>
                  <a:off x="5304084" y="5516494"/>
                  <a:ext cx="18000" cy="18000"/>
                </a:xfrm>
                <a:prstGeom prst="rect">
                  <a:avLst/>
                </a:prstGeom>
              </p:spPr>
            </p:pic>
          </mc:Fallback>
        </mc:AlternateContent>
      </p:grpSp>
    </p:spTree>
    <p:extLst>
      <p:ext uri="{BB962C8B-B14F-4D97-AF65-F5344CB8AC3E}">
        <p14:creationId xmlns:p14="http://schemas.microsoft.com/office/powerpoint/2010/main" val="19099830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n-US" dirty="0"/>
              <a:t>On Policy Vs. Off Policy Learning</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F555B5A6-4FFB-6D9E-CBED-F81488D8434B}"/>
                  </a:ext>
                </a:extLst>
              </p:cNvPr>
              <p:cNvSpPr txBox="1"/>
              <p:nvPr/>
            </p:nvSpPr>
            <p:spPr>
              <a:xfrm>
                <a:off x="1383957" y="1397692"/>
                <a:ext cx="9255211" cy="2677656"/>
              </a:xfrm>
              <a:prstGeom prst="rect">
                <a:avLst/>
              </a:prstGeom>
              <a:noFill/>
            </p:spPr>
            <p:txBody>
              <a:bodyPr wrap="square" rtlCol="0">
                <a:spAutoFit/>
              </a:bodyPr>
              <a:lstStyle/>
              <a:p>
                <a:pPr marL="285750" indent="-285750">
                  <a:buFont typeface="Arial" panose="020B0604020202020204" pitchFamily="34" charset="0"/>
                  <a:buChar char="•"/>
                </a:pPr>
                <a:r>
                  <a:rPr lang="en-US" sz="2400" dirty="0"/>
                  <a:t>If behavior policy </a:t>
                </a:r>
                <a14:m>
                  <m:oMath xmlns:m="http://schemas.openxmlformats.org/officeDocument/2006/math">
                    <m:r>
                      <a:rPr lang="en-US" sz="2400" b="0" i="1" smtClean="0">
                        <a:latin typeface="Cambria Math" panose="02040503050406030204" pitchFamily="18" charset="0"/>
                      </a:rPr>
                      <m:t>≡</m:t>
                    </m:r>
                  </m:oMath>
                </a14:m>
                <a:r>
                  <a:rPr lang="en-US" sz="2400" dirty="0"/>
                  <a:t> update policy, it is called On Policy learning</a:t>
                </a:r>
              </a:p>
              <a:p>
                <a:pPr marL="285750" indent="-285750">
                  <a:buFont typeface="Arial" panose="020B0604020202020204" pitchFamily="34" charset="0"/>
                  <a:buChar char="•"/>
                </a:pPr>
                <a:r>
                  <a:rPr lang="en-US" sz="2400" dirty="0"/>
                  <a:t>If behavior policy </a:t>
                </a:r>
                <a14:m>
                  <m:oMath xmlns:m="http://schemas.openxmlformats.org/officeDocument/2006/math">
                    <m:r>
                      <a:rPr lang="en-US" sz="2400" b="0" i="0" smtClean="0">
                        <a:latin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rPr>
                      <m:t>≡</m:t>
                    </m:r>
                  </m:oMath>
                </a14:m>
                <a:r>
                  <a:rPr lang="en-US" sz="2400" dirty="0"/>
                  <a:t> update policy, it is called On Policy learning</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We haven’t seen these algorithms yet, but Q-learning is Off Policy and SARSA is On Policy</a:t>
                </a:r>
              </a:p>
              <a:p>
                <a:pPr marL="285750" indent="-285750">
                  <a:buFont typeface="Arial" panose="020B0604020202020204" pitchFamily="34" charset="0"/>
                  <a:buChar char="•"/>
                </a:pPr>
                <a:r>
                  <a:rPr lang="en-US" sz="2400" dirty="0"/>
                  <a:t>Here are some others.  </a:t>
                </a:r>
              </a:p>
            </p:txBody>
          </p:sp>
        </mc:Choice>
        <mc:Fallback>
          <p:sp>
            <p:nvSpPr>
              <p:cNvPr id="7" name="TextBox 6">
                <a:extLst>
                  <a:ext uri="{FF2B5EF4-FFF2-40B4-BE49-F238E27FC236}">
                    <a16:creationId xmlns:a16="http://schemas.microsoft.com/office/drawing/2014/main" id="{F555B5A6-4FFB-6D9E-CBED-F81488D8434B}"/>
                  </a:ext>
                </a:extLst>
              </p:cNvPr>
              <p:cNvSpPr txBox="1">
                <a:spLocks noRot="1" noChangeAspect="1" noMove="1" noResize="1" noEditPoints="1" noAdjustHandles="1" noChangeArrowheads="1" noChangeShapeType="1" noTextEdit="1"/>
              </p:cNvSpPr>
              <p:nvPr/>
            </p:nvSpPr>
            <p:spPr>
              <a:xfrm>
                <a:off x="1383957" y="1397692"/>
                <a:ext cx="9255211" cy="2677656"/>
              </a:xfrm>
              <a:prstGeom prst="rect">
                <a:avLst/>
              </a:prstGeom>
              <a:blipFill>
                <a:blip r:embed="rId3"/>
                <a:stretch>
                  <a:fillRect l="-822" t="-939" b="-3756"/>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EAF09594-29A5-EF79-B01C-88CD1F568EB9}"/>
              </a:ext>
            </a:extLst>
          </p:cNvPr>
          <p:cNvPicPr>
            <a:picLocks noChangeAspect="1"/>
          </p:cNvPicPr>
          <p:nvPr/>
        </p:nvPicPr>
        <p:blipFill>
          <a:blip r:embed="rId4"/>
          <a:stretch>
            <a:fillRect/>
          </a:stretch>
        </p:blipFill>
        <p:spPr>
          <a:xfrm>
            <a:off x="1779373" y="4228408"/>
            <a:ext cx="3949700" cy="2463800"/>
          </a:xfrm>
          <a:prstGeom prst="rect">
            <a:avLst/>
          </a:prstGeom>
        </p:spPr>
      </p:pic>
      <p:sp>
        <p:nvSpPr>
          <p:cNvPr id="8" name="TextBox 7">
            <a:extLst>
              <a:ext uri="{FF2B5EF4-FFF2-40B4-BE49-F238E27FC236}">
                <a16:creationId xmlns:a16="http://schemas.microsoft.com/office/drawing/2014/main" id="{EB55C28A-6645-DDD2-B52B-A338AF50028B}"/>
              </a:ext>
            </a:extLst>
          </p:cNvPr>
          <p:cNvSpPr txBox="1"/>
          <p:nvPr/>
        </p:nvSpPr>
        <p:spPr>
          <a:xfrm>
            <a:off x="6594562" y="5897931"/>
            <a:ext cx="3274540" cy="369332"/>
          </a:xfrm>
          <a:prstGeom prst="rect">
            <a:avLst/>
          </a:prstGeom>
          <a:noFill/>
        </p:spPr>
        <p:txBody>
          <a:bodyPr wrap="square" rtlCol="0">
            <a:spAutoFit/>
          </a:bodyPr>
          <a:lstStyle/>
          <a:p>
            <a:r>
              <a:rPr lang="en-US" dirty="0"/>
              <a:t>core-</a:t>
            </a:r>
            <a:r>
              <a:rPr lang="en-US" dirty="0" err="1"/>
              <a:t>robotics.gatech.edu</a:t>
            </a:r>
            <a:endParaRPr lang="en-US" dirty="0"/>
          </a:p>
        </p:txBody>
      </p:sp>
    </p:spTree>
    <p:extLst>
      <p:ext uri="{BB962C8B-B14F-4D97-AF65-F5344CB8AC3E}">
        <p14:creationId xmlns:p14="http://schemas.microsoft.com/office/powerpoint/2010/main" val="9414705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640491" y="-92075"/>
            <a:ext cx="10515600" cy="1325563"/>
          </a:xfrm>
        </p:spPr>
        <p:txBody>
          <a:bodyPr/>
          <a:lstStyle/>
          <a:p>
            <a:pPr eaLnBrk="1" hangingPunct="1"/>
            <a:r>
              <a:rPr lang="en-US" dirty="0"/>
              <a:t>On Policy vs. Off Policy Learning</a:t>
            </a:r>
          </a:p>
        </p:txBody>
      </p:sp>
      <p:sp>
        <p:nvSpPr>
          <p:cNvPr id="37891" name="Rectangle 3"/>
          <p:cNvSpPr>
            <a:spLocks noGrp="1" noChangeArrowheads="1"/>
          </p:cNvSpPr>
          <p:nvPr>
            <p:ph type="body" idx="1"/>
          </p:nvPr>
        </p:nvSpPr>
        <p:spPr>
          <a:xfrm>
            <a:off x="838199" y="1025612"/>
            <a:ext cx="10604158" cy="5832388"/>
          </a:xfrm>
        </p:spPr>
        <p:txBody>
          <a:bodyPr>
            <a:normAutofit/>
          </a:bodyPr>
          <a:lstStyle/>
          <a:p>
            <a:r>
              <a:rPr lang="en-US" dirty="0"/>
              <a:t> On-policy algorithms attempt to improve upon the current behavior policy that is used to make decisions and therefore these algorithms learn the value of the policy carried out by the agent.</a:t>
            </a:r>
          </a:p>
          <a:p>
            <a:r>
              <a:rPr lang="en-US" dirty="0"/>
              <a:t>Off-policy algorithms learn the value of the optimal policy, , and can improve upon a policy that is different from the behavior policy</a:t>
            </a:r>
          </a:p>
          <a:p>
            <a:r>
              <a:rPr lang="en-US" dirty="0"/>
              <a:t>What are the implications of these differences? In the end does the type of learning matter? When should we use which algorithm?</a:t>
            </a:r>
          </a:p>
        </p:txBody>
      </p:sp>
    </p:spTree>
    <p:extLst>
      <p:ext uri="{BB962C8B-B14F-4D97-AF65-F5344CB8AC3E}">
        <p14:creationId xmlns:p14="http://schemas.microsoft.com/office/powerpoint/2010/main" val="10456538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640491" y="-92075"/>
            <a:ext cx="10515600" cy="1325563"/>
          </a:xfrm>
        </p:spPr>
        <p:txBody>
          <a:bodyPr/>
          <a:lstStyle/>
          <a:p>
            <a:pPr eaLnBrk="1" hangingPunct="1"/>
            <a:r>
              <a:rPr lang="en-US" dirty="0"/>
              <a:t>On Policy vs. Off Policy Learning</a:t>
            </a:r>
          </a:p>
        </p:txBody>
      </p:sp>
      <p:sp>
        <p:nvSpPr>
          <p:cNvPr id="37891" name="Rectangle 3"/>
          <p:cNvSpPr>
            <a:spLocks noGrp="1" noChangeArrowheads="1"/>
          </p:cNvSpPr>
          <p:nvPr>
            <p:ph type="body" idx="1"/>
          </p:nvPr>
        </p:nvSpPr>
        <p:spPr>
          <a:xfrm>
            <a:off x="838199" y="1025612"/>
            <a:ext cx="10604158" cy="5832388"/>
          </a:xfrm>
        </p:spPr>
        <p:txBody>
          <a:bodyPr>
            <a:normAutofit fontScale="92500" lnSpcReduction="20000"/>
          </a:bodyPr>
          <a:lstStyle/>
          <a:p>
            <a:r>
              <a:rPr lang="en-US" dirty="0"/>
              <a:t> An Off-Policy Method’s (e.g., Q-learning) update policy follows a greedy policy, assuming that the agent will act optimally in the future and therefore, the algorithm will learn the optimal policy as long as all states and actions are sufficiently experienced. </a:t>
            </a:r>
          </a:p>
          <a:p>
            <a:r>
              <a:rPr lang="en-US" dirty="0"/>
              <a:t>Sometimes, this means that the an agent (e.g., a cliff walking agent) will learn to take the optimal path from the start to goal even though this path may be dangerous if the agent’s actions are stochastic.</a:t>
            </a:r>
          </a:p>
          <a:p>
            <a:r>
              <a:rPr lang="en-US" dirty="0"/>
              <a:t>An On Policy Method (e.g. SARSA), on the other hand, assumes that the agent will follow the current policy in the future. </a:t>
            </a:r>
          </a:p>
          <a:p>
            <a:r>
              <a:rPr lang="en-US" dirty="0"/>
              <a:t>This means that when updating the Q-function, an agent (e.g., a cliff walking agent) will perform actions that are not so terrible (e.g., at times jump over the cliff if it travels too close to the edge because it’s an acceptable action). </a:t>
            </a:r>
          </a:p>
          <a:p>
            <a:r>
              <a:rPr lang="en-US" dirty="0"/>
              <a:t>Therefore, an Off Policy learner learns a policy which is usually safer. </a:t>
            </a:r>
          </a:p>
          <a:p>
            <a:r>
              <a:rPr lang="en-US" dirty="0"/>
              <a:t>On Policy learning only learns a near-optimal policy that depends on the behavior strategy. </a:t>
            </a:r>
            <a:r>
              <a:rPr lang="en-US"/>
              <a:t>Only if </a:t>
            </a:r>
            <a:r>
              <a:rPr lang="en-US" dirty="0"/>
              <a:t>the behavior strategy in Greedy, On Policy learning will learn optimal policy. </a:t>
            </a:r>
          </a:p>
          <a:p>
            <a:endParaRPr lang="en-US" dirty="0"/>
          </a:p>
        </p:txBody>
      </p:sp>
    </p:spTree>
    <p:extLst>
      <p:ext uri="{BB962C8B-B14F-4D97-AF65-F5344CB8AC3E}">
        <p14:creationId xmlns:p14="http://schemas.microsoft.com/office/powerpoint/2010/main" val="23147964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335</TotalTime>
  <Words>2061</Words>
  <Application>Microsoft Macintosh PowerPoint</Application>
  <PresentationFormat>Widescreen</PresentationFormat>
  <Paragraphs>171</Paragraphs>
  <Slides>19</Slides>
  <Notes>18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19</vt:i4>
      </vt:variant>
    </vt:vector>
  </HeadingPairs>
  <TitlesOfParts>
    <vt:vector size="31" baseType="lpstr">
      <vt:lpstr>Arial</vt:lpstr>
      <vt:lpstr>Calibri</vt:lpstr>
      <vt:lpstr>Calibri Light</vt:lpstr>
      <vt:lpstr>Cambria Math</vt:lpstr>
      <vt:lpstr>CMMI10</vt:lpstr>
      <vt:lpstr>CMR10</vt:lpstr>
      <vt:lpstr>CMSY10</vt:lpstr>
      <vt:lpstr>CMTI10</vt:lpstr>
      <vt:lpstr>EUSM10</vt:lpstr>
      <vt:lpstr>Symbol</vt:lpstr>
      <vt:lpstr>Trebuchet MS</vt:lpstr>
      <vt:lpstr>Office Theme</vt:lpstr>
      <vt:lpstr>Monte Carlo Methods</vt:lpstr>
      <vt:lpstr>Monte Carlo methods</vt:lpstr>
      <vt:lpstr>Monte Carlo methods</vt:lpstr>
      <vt:lpstr>Monte Carlo Estimate of V: Given Policy π</vt:lpstr>
      <vt:lpstr>Monte Carlo Estimate of V given policy π</vt:lpstr>
      <vt:lpstr>Monte Carlo estimate of Q(s,a) given policy π</vt:lpstr>
      <vt:lpstr>Monte Carlo estimate of Q(s,a) given policy π</vt:lpstr>
      <vt:lpstr>Monte Carlo Control: Find Optimal Policy</vt:lpstr>
      <vt:lpstr>Monte Carlo Control: Find Optimal Policy</vt:lpstr>
      <vt:lpstr>Monte Carlo Control: Find Optimal Policy</vt:lpstr>
      <vt:lpstr>Exploration vs. Exploitation</vt:lpstr>
      <vt:lpstr>Exploration vs. Exploitation</vt:lpstr>
      <vt:lpstr>Exploration vs. Exploitation</vt:lpstr>
      <vt:lpstr>Monte Carlo Control without Exploring Starts</vt:lpstr>
      <vt:lpstr>MC Control: Limited Exploration, Mostly Exploitation </vt:lpstr>
      <vt:lpstr>MC Control: On Policy Learning</vt:lpstr>
      <vt:lpstr>On Policy Vs. Off Policy Learning</vt:lpstr>
      <vt:lpstr>On Policy vs. Off Policy Learning</vt:lpstr>
      <vt:lpstr>On Policy vs. Off Policy 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Monte Carlo Methods</dc:title>
  <dc:creator>Jugal Kalita</dc:creator>
  <cp:lastModifiedBy>Jugal Kalita</cp:lastModifiedBy>
  <cp:revision>1</cp:revision>
  <dcterms:created xsi:type="dcterms:W3CDTF">2024-02-07T19:32:26Z</dcterms:created>
  <dcterms:modified xsi:type="dcterms:W3CDTF">2024-02-21T21:22:10Z</dcterms:modified>
</cp:coreProperties>
</file>
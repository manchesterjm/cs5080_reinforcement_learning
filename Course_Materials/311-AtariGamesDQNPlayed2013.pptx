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/>
    <p:restoredTop sz="94682"/>
  </p:normalViewPr>
  <p:slideViewPr>
    <p:cSldViewPr snapToGrid="0">
      <p:cViewPr varScale="1">
        <p:scale>
          <a:sx n="103" d="100"/>
          <a:sy n="103" d="100"/>
        </p:scale>
        <p:origin x="184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CD661-E679-3CAE-9777-36CFA41334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A73804-09BE-644C-05FB-EF8EFC599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21A2E-C9F2-685D-3986-6FD38A6DD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5269-743F-7E41-B7C1-EEA4FAD9674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C2301-58F8-B24D-DF33-4DD0742F1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42E3A-F18D-11E1-AB00-87EF1E9C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ED1-2A81-4A40-A972-A02C51D4B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74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0374-EC08-60AA-0949-49E2C80F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21FCF-E437-2801-8803-B8D65D69AF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D7990-3E55-D9C2-C172-C8EFC8918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5269-743F-7E41-B7C1-EEA4FAD9674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70677-57E8-4822-8727-2ED677D66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202D7-F658-24EC-8B37-09DC68A0B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ED1-2A81-4A40-A972-A02C51D4B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82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D5051-510B-293D-4787-EE992B6B8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F0F9C6-7C29-E22D-EA79-3C4F278CB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27B24-BB14-4D89-3A14-F69EA0198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5269-743F-7E41-B7C1-EEA4FAD9674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6EE2B-B256-66B8-D658-EBF0EC4F6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C36A6-51CE-7186-27FA-F91A2E29A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ED1-2A81-4A40-A972-A02C51D4B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473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8D909-637B-75F3-0A7E-8033F607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0452B-5593-A631-BE68-272869FB1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259611-843F-B435-4A7A-AD831CEDD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1F92D-C095-1E15-E7BF-B834E3D1E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5269-743F-7E41-B7C1-EEA4FAD9674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648E9-7E40-133A-D165-CFFDE6003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97F67-5EA4-A63E-147B-995775E25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ED1-2A81-4A40-A972-A02C51D4B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668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A02FD-327C-4F7E-B841-94FFCB016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490B7-3D32-CB6C-40E7-C7D859A51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1F77FB-7D0F-5340-AEB5-F3FF3E7E72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75EFF6-B29F-3D9B-6835-4E5AA4A6AB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F487B3-4131-26F1-A709-44E5059858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6D47C2-304F-EC87-D1A7-EB25A9773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5269-743F-7E41-B7C1-EEA4FAD9674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C30DEE-D0A4-4D06-50C6-943ED8D5C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EA480B-4B39-E571-98B8-88964D7A5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ED1-2A81-4A40-A972-A02C51D4B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46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51607-7436-4A4F-50FE-7F64CF1A1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D159F4-A32B-5697-66EF-0688E9F77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5269-743F-7E41-B7C1-EEA4FAD9674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02B7B2-DC6F-FB48-95D1-47AA4444A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619834-70D2-C30F-89B7-0CD838637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ED1-2A81-4A40-A972-A02C51D4B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94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73340F-7B00-3236-0AC5-65A19B41F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5269-743F-7E41-B7C1-EEA4FAD9674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1AF95E-3044-1B54-15B2-882A6217B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3A83B9-3998-83E9-752E-F0AD7DC68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ED1-2A81-4A40-A972-A02C51D4B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763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8D879-AF37-D543-9BCA-19B133797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01DB8-A9D2-CD6A-804A-9D11910F3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4DCD9C-996E-F222-C792-61DDE1A509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F18BC5-24EC-C66F-F16C-C2042F7C3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5269-743F-7E41-B7C1-EEA4FAD9674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2631F-53E3-8F26-0A39-B518BC6C1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5D011-38C4-8105-F12E-EA6BA348E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ED1-2A81-4A40-A972-A02C51D4B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3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E7F6D-2E1F-272B-893E-A283885D4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7C2E18-5507-B31C-396C-F27ED69853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9B04BB-6713-EE61-F990-2D838D3D91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D43123-E15A-767C-F1F4-0C0FB8378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5269-743F-7E41-B7C1-EEA4FAD9674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1AE94-857D-5D4B-88BF-3E4AE31D5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CB092A-A80E-3688-3935-11A10D4C7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ED1-2A81-4A40-A972-A02C51D4B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197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59B6A-A10C-526C-1A6C-FF66DCDC8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B26CD-0D9F-0DFB-AA4B-B50F592A0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1049E-50F4-1785-81E6-8DD172D2B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5269-743F-7E41-B7C1-EEA4FAD9674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C3153-BF40-936A-F2B2-9BE9C7AA2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EF467-61F5-56D1-5174-3931919CD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ED1-2A81-4A40-A972-A02C51D4B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42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B0A48F-F0B4-45B4-BB29-C55007D02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4EE4AB-782F-E5ED-E9D3-B6B34A83D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FB5670-9240-E24E-9A52-BCBBD0B70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85269-743F-7E41-B7C1-EEA4FAD9674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A61369-F2BB-5145-3FA6-5588B8B01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02B044-E2EB-B368-B58E-88B1BFC27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6CED1-2A81-4A40-A972-A02C51D4B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00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E380FF-422D-181F-C04E-85DA29BCD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CE2D9-D84B-89C1-625F-E714BA960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279DA-2DA8-DA6C-08BF-218F28BA3B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085269-743F-7E41-B7C1-EEA4FAD9674F}" type="datetimeFigureOut">
              <a:rPr lang="en-US" smtClean="0"/>
              <a:t>3/17/26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B44DF-6380-97B6-5AEB-C84FBBEA7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81367-F2F0-1AE9-A8EA-07407B0AA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6CED1-2A81-4A40-A972-A02C51D4B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017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fiShX2pTz9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sxzGhG_38pc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opru6qPsPa4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Ir1t57ItCpw&amp;t=236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dgTxca0pdac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A9F71-7EB0-45B6-5BD1-9F3C13011E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Atari Games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7E8BE0-4591-B362-3086-F80B3861C0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Played by </a:t>
            </a:r>
            <a:br>
              <a:rPr lang="en-US" dirty="0"/>
            </a:br>
            <a:r>
              <a:rPr lang="en-US" dirty="0"/>
              <a:t>Deep Q Learning</a:t>
            </a:r>
          </a:p>
          <a:p>
            <a:r>
              <a:rPr lang="en-US" dirty="0" err="1"/>
              <a:t>Mnih</a:t>
            </a:r>
            <a:r>
              <a:rPr lang="en-US" dirty="0"/>
              <a:t> et al., 2013</a:t>
            </a:r>
          </a:p>
        </p:txBody>
      </p:sp>
    </p:spTree>
    <p:extLst>
      <p:ext uri="{BB962C8B-B14F-4D97-AF65-F5344CB8AC3E}">
        <p14:creationId xmlns:p14="http://schemas.microsoft.com/office/powerpoint/2010/main" val="1102001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2D841-DC26-0C8B-A56C-280FE820A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Atari Pong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68B7A-F6FB-1F56-C5A3-6FCAFC4C9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i="1" dirty="0"/>
              <a:t>Pong</a:t>
            </a:r>
            <a:r>
              <a:rPr lang="en-US" dirty="0"/>
              <a:t> is a 1972 sports video game developed and published by Atari, Inc., for arcades.</a:t>
            </a:r>
          </a:p>
          <a:p>
            <a:r>
              <a:rPr lang="en-US" i="1" dirty="0"/>
              <a:t>Pong</a:t>
            </a:r>
            <a:r>
              <a:rPr lang="en-US" dirty="0"/>
              <a:t> was the first commercially successful video game, helping to establish the video game industry.</a:t>
            </a:r>
          </a:p>
          <a:p>
            <a:r>
              <a:rPr lang="en-US" dirty="0"/>
              <a:t>Pong is a two-dimensional sports game that simulates table tennis. </a:t>
            </a:r>
          </a:p>
          <a:p>
            <a:r>
              <a:rPr lang="en-US" dirty="0"/>
              <a:t>The player controls a paddle by moving it vertically across the left or right side of the screen. </a:t>
            </a:r>
          </a:p>
          <a:p>
            <a:r>
              <a:rPr lang="en-US" dirty="0"/>
              <a:t>They can compete against another player controlling a second paddle on the opposing side. Players use the paddles to hit a ball back and forth. </a:t>
            </a:r>
          </a:p>
          <a:p>
            <a:r>
              <a:rPr lang="en-US" dirty="0"/>
              <a:t>The goal is for each player to reach eleven points before the opponent; points are earned when one fails to return the ball to the other.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hlinkClick r:id="rId2"/>
              </a:rPr>
              <a:t>https://www.youtube.com/watch?v=fiShX2pTz9A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579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E94F2-A62E-9A24-7194-8F626BCCE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170DE-E8AE-B54C-A71E-4927DA4F1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Atari Breakout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4E7AC-7A49-9C11-F84A-FE9AFF91D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Breakout</a:t>
            </a:r>
            <a:r>
              <a:rPr lang="en-US" dirty="0"/>
              <a:t> is a 1976 action video game developed and published by Atari, Inc. for arcades.</a:t>
            </a:r>
          </a:p>
          <a:p>
            <a:r>
              <a:rPr lang="en-US" dirty="0"/>
              <a:t>Breakout begins with eight rows of bricks, with two rows each of a different color. </a:t>
            </a:r>
          </a:p>
          <a:p>
            <a:r>
              <a:rPr lang="en-US" dirty="0"/>
              <a:t>Using a single ball, the player must knock down as many bricks as possible by using the walls and the paddle below to hit the ball against the bricks and eliminate them</a:t>
            </a:r>
            <a:r>
              <a:rPr lang="en-US" i="1" dirty="0"/>
              <a:t>. </a:t>
            </a:r>
            <a:endParaRPr lang="en-US" dirty="0"/>
          </a:p>
          <a:p>
            <a:r>
              <a:rPr lang="en-US" dirty="0">
                <a:hlinkClick r:id="rId2"/>
              </a:rPr>
              <a:t>https://www.youtube.com/watch?v=sxzGhG_38pc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8240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8CF27-3999-BBA2-1595-1E2077F78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97473-3E67-8C3C-749C-973458E49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Atari Space Invaders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376F9-F61A-AC68-55C8-DEEB9F87F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Space Invaders </a:t>
            </a:r>
            <a:r>
              <a:rPr lang="en-US" dirty="0"/>
              <a:t>is a 1980 fixed shooter video game developed and published by Atari, Inc. for the Atari 2600 as a port of Taito's 1978 arcade game of the same name.</a:t>
            </a:r>
          </a:p>
          <a:p>
            <a:r>
              <a:rPr lang="en-US" dirty="0"/>
              <a:t>Space Invaders has the player at war with enemies from outer space. </a:t>
            </a:r>
          </a:p>
          <a:p>
            <a:r>
              <a:rPr lang="en-US" dirty="0"/>
              <a:t>The player uses the joystick to move left and right and presses the red button to fire a laser cannon. </a:t>
            </a:r>
          </a:p>
          <a:p>
            <a:r>
              <a:rPr lang="en-US" dirty="0"/>
              <a:t>The goal is to earn as many points as possible by destroying the enemies with a laser cannon and to eliminate them before they reach the bottom of the screen.</a:t>
            </a:r>
          </a:p>
          <a:p>
            <a:r>
              <a:rPr lang="en-US" dirty="0"/>
              <a:t> </a:t>
            </a:r>
            <a:r>
              <a:rPr lang="en-US" dirty="0">
                <a:hlinkClick r:id="rId2"/>
              </a:rPr>
              <a:t>https://www.youtube.com/watch?v=opru6qPsPa4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7512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D2596-8D84-CFA9-07FD-CE3BD9B0C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143C8-9813-62AB-6030-C5F10E1AA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Atari </a:t>
            </a:r>
            <a:r>
              <a:rPr lang="en-US" dirty="0" err="1"/>
              <a:t>Seaquest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999F0E-6DBC-37BC-5302-597B8D648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 err="1"/>
              <a:t>Seaquest</a:t>
            </a:r>
            <a:r>
              <a:rPr lang="en-US" b="1" dirty="0"/>
              <a:t> </a:t>
            </a:r>
            <a:r>
              <a:rPr lang="en-US" dirty="0"/>
              <a:t>is an Atari 2600 video game published by Activision in 1983. </a:t>
            </a:r>
          </a:p>
          <a:p>
            <a:r>
              <a:rPr lang="en-US" dirty="0"/>
              <a:t>The game is an underwater shooter in which the player controls a submarine on a mission to rescue divers.</a:t>
            </a:r>
          </a:p>
          <a:p>
            <a:r>
              <a:rPr lang="en-US" dirty="0"/>
              <a:t>The player uses a submarine to shoot at enemies and rescue divers. Hazards include sharks which attack divers and the player and enemy submarines, which can shoot torpedoes at the player's submarine.</a:t>
            </a:r>
          </a:p>
          <a:p>
            <a:r>
              <a:rPr lang="en-US" dirty="0"/>
              <a:t>The player must ward off the enemies by firing an unlimited supply of torpedoes while trying to rescue divers swimming through the water.</a:t>
            </a:r>
          </a:p>
          <a:p>
            <a:r>
              <a:rPr lang="en-US" dirty="0"/>
              <a:t> </a:t>
            </a:r>
            <a:r>
              <a:rPr lang="en-US" dirty="0">
                <a:hlinkClick r:id="rId2"/>
              </a:rPr>
              <a:t>https://www.youtube.com/watch?v=Ir1t57ItCpw&amp;t=236s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07638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C389E-4C17-2679-2CC4-8E162D8F2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5C7A0-D962-8741-B283-10A4698B7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Atari Beam Rider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A07F2-A3C1-64FC-015D-F404E7740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Beamrider </a:t>
            </a:r>
            <a:r>
              <a:rPr lang="en-US" dirty="0"/>
              <a:t>is a 1983 fixed shooter video game  published by Intellivision. The game was ported to the Atari 2600 (with a slightly reduced feature set).</a:t>
            </a:r>
          </a:p>
          <a:p>
            <a:r>
              <a:rPr lang="en-US" dirty="0"/>
              <a:t>Beamrider takes place above Earth's atmosphere, where a large alien shield called the Restrictor Shield surrounds the Earth. </a:t>
            </a:r>
          </a:p>
          <a:p>
            <a:r>
              <a:rPr lang="en-US" dirty="0"/>
              <a:t>The player's objective is to clear the Shield's 99 sectors of alien craft while piloting the Beamrider ship. </a:t>
            </a:r>
          </a:p>
          <a:p>
            <a:r>
              <a:rPr lang="en-US" dirty="0"/>
              <a:t>The Beamrider is equipped with a short-range laser lariat and a limited supply of torpedoes. The player is given three at the start of each sector. </a:t>
            </a:r>
          </a:p>
          <a:p>
            <a:r>
              <a:rPr lang="en-US" dirty="0">
                <a:hlinkClick r:id="rId2"/>
              </a:rPr>
              <a:t>https://www.youtube.com/watch?v=dgTxca0pdac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50860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9A16A-7DDB-34A3-A858-195FB91D3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Tabular Q-Learning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16DFF4-4FB7-DA87-511C-97B784687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470" y="1749780"/>
            <a:ext cx="7772400" cy="32989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C2BC73-3396-24D1-2F1D-4F04E4B3FEDA}"/>
              </a:ext>
            </a:extLst>
          </p:cNvPr>
          <p:cNvSpPr txBox="1"/>
          <p:nvPr/>
        </p:nvSpPr>
        <p:spPr>
          <a:xfrm>
            <a:off x="1004673" y="5107801"/>
            <a:ext cx="89569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Q table is used in two places:</a:t>
            </a:r>
          </a:p>
          <a:p>
            <a:r>
              <a:rPr lang="en-US" dirty="0"/>
              <a:t>	To choose an action: </a:t>
            </a:r>
          </a:p>
          <a:p>
            <a:endParaRPr lang="en-US" dirty="0"/>
          </a:p>
          <a:p>
            <a:r>
              <a:rPr lang="en-US" dirty="0"/>
              <a:t>	To update Q table </a:t>
            </a:r>
            <a:r>
              <a:rPr lang="en-US" dirty="0" err="1"/>
              <a:t>ie</a:t>
            </a:r>
            <a:r>
              <a:rPr lang="en-US" dirty="0"/>
              <a:t>.,  learn new values: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26BB78-52C4-0F3C-2401-729B65FB5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1768" y="5488891"/>
            <a:ext cx="5600700" cy="292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6AEADB-540D-47AA-74DB-7C2E0A58DB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266" y="6244029"/>
            <a:ext cx="5600700" cy="29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172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52C36-ABF0-B7C3-154B-E6622BEDC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Deep Q-learning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16D5F5-57A1-0145-13C4-3D7867418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816" y="1187418"/>
            <a:ext cx="7772400" cy="44831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B4DF59-BED3-91DE-E6CC-15800DEF7D14}"/>
              </a:ext>
            </a:extLst>
          </p:cNvPr>
          <p:cNvSpPr txBox="1"/>
          <p:nvPr/>
        </p:nvSpPr>
        <p:spPr>
          <a:xfrm>
            <a:off x="1894702" y="5955956"/>
            <a:ext cx="840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Q-table is replaced by a neural network in the same two places</a:t>
            </a:r>
          </a:p>
        </p:txBody>
      </p:sp>
    </p:spTree>
    <p:extLst>
      <p:ext uri="{BB962C8B-B14F-4D97-AF65-F5344CB8AC3E}">
        <p14:creationId xmlns:p14="http://schemas.microsoft.com/office/powerpoint/2010/main" val="471859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616</Words>
  <Application>Microsoft Macintosh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Atari Games </vt:lpstr>
      <vt:lpstr>Atari Pong </vt:lpstr>
      <vt:lpstr>Atari Breakout </vt:lpstr>
      <vt:lpstr>Atari Space Invaders </vt:lpstr>
      <vt:lpstr>Atari Seaquest</vt:lpstr>
      <vt:lpstr>Atari Beam Rider</vt:lpstr>
      <vt:lpstr>Tabular Q-Learning</vt:lpstr>
      <vt:lpstr>Deep Q-learning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Jugal Kalita</dc:creator>
  <cp:lastModifiedBy>Jugal Kalita</cp:lastModifiedBy>
  <cp:revision>13</cp:revision>
  <dcterms:created xsi:type="dcterms:W3CDTF">2026-03-17T21:59:42Z</dcterms:created>
  <dcterms:modified xsi:type="dcterms:W3CDTF">2026-03-17T22:38:44Z</dcterms:modified>
</cp:coreProperties>
</file>
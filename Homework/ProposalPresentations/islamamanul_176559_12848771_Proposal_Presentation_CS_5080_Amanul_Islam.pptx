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73" r:id="rId5"/>
    <p:sldId id="259" r:id="rId6"/>
    <p:sldId id="265" r:id="rId7"/>
    <p:sldId id="271" r:id="rId8"/>
    <p:sldId id="272" r:id="rId9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476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96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362200" y="-304799"/>
            <a:ext cx="441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 descr="UCCS Signature - Reverse.ep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0" y="2438400"/>
            <a:ext cx="7391400" cy="102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UCwCampusesRev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4191000"/>
            <a:ext cx="5029200" cy="960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" descr="UCCS Signature - Revers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" y="6351379"/>
            <a:ext cx="2581774" cy="354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 descr="UCwCampusesRev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7000" y="6283472"/>
            <a:ext cx="2209801" cy="42212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114300" y="484187"/>
            <a:ext cx="8915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for Fast and Secure Circuit Selection in Tor</a:t>
            </a:r>
          </a:p>
        </p:txBody>
      </p:sp>
      <p:sp>
        <p:nvSpPr>
          <p:cNvPr id="97" name="Google Shape;97;p14"/>
          <p:cNvSpPr txBox="1"/>
          <p:nvPr/>
        </p:nvSpPr>
        <p:spPr>
          <a:xfrm>
            <a:off x="228600" y="2338388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88888"/>
                </a:solidFill>
                <a:latin typeface="Arial Black"/>
                <a:ea typeface="Arial Black"/>
                <a:cs typeface="Arial Black"/>
                <a:sym typeface="Arial Black"/>
              </a:rPr>
              <a:t>Presented by</a:t>
            </a:r>
            <a:endParaRPr lang="en-US" dirty="0"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88888"/>
                </a:solidFill>
                <a:latin typeface="Arial Black"/>
                <a:ea typeface="Arial Black"/>
                <a:cs typeface="Arial Black"/>
                <a:sym typeface="Arial Black"/>
              </a:rPr>
              <a:t>Amanul Islam</a:t>
            </a:r>
            <a:endParaRPr lang="en-US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0" y="3786982"/>
            <a:ext cx="8915400" cy="147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lang="en-US" sz="1100" b="0" i="0" u="none" strike="noStrike" cap="none" dirty="0">
              <a:solidFill>
                <a:srgbClr val="88888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88888"/>
                </a:solidFill>
                <a:latin typeface="Arial Black"/>
                <a:ea typeface="Arial Black"/>
                <a:cs typeface="Arial Black"/>
                <a:sym typeface="Arial Black"/>
              </a:rPr>
              <a:t>Course: Reinforcement Learning (CS 5080)</a:t>
            </a:r>
            <a:endParaRPr lang="en-US" sz="2000" dirty="0"/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888888"/>
                </a:solidFill>
                <a:latin typeface="Arial Black"/>
                <a:ea typeface="Arial Black"/>
                <a:cs typeface="Arial Black"/>
                <a:sym typeface="Arial Black"/>
              </a:rPr>
              <a:t>February 17, 2026</a:t>
            </a:r>
          </a:p>
        </p:txBody>
      </p:sp>
      <p:pic>
        <p:nvPicPr>
          <p:cNvPr id="99" name="Google Shape;99;p14" descr="A city with mountains in the background&#10;&#10;Description automatically generated with medium confidence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6705600"/>
            <a:ext cx="9144000" cy="30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434788" y="896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b="1" dirty="0"/>
              <a:t>How Tor works</a:t>
            </a:r>
            <a:endParaRPr b="1" dirty="0"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457200" y="1486785"/>
            <a:ext cx="7843838" cy="274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TOR networks consist of multiple relays circuits:</a:t>
            </a:r>
            <a:endParaRPr lang="en-US"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Entry Relay </a:t>
            </a:r>
            <a:endParaRPr lang="en-US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Middle Relay</a:t>
            </a:r>
            <a:endParaRPr lang="en-US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Exit Relay</a:t>
            </a:r>
            <a:endParaRPr lang="en-US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09737-A7E8-CDD1-78C0-8267AAE2A896}"/>
              </a:ext>
            </a:extLst>
          </p:cNvPr>
          <p:cNvSpPr txBox="1"/>
          <p:nvPr/>
        </p:nvSpPr>
        <p:spPr>
          <a:xfrm>
            <a:off x="2821779" y="5630563"/>
            <a:ext cx="46148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: Architecture of TOR Network</a:t>
            </a:r>
            <a:endParaRPr lang="en-US" dirty="0"/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6702B82C-2BDC-D099-A67E-FA62DD3A1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38" y="2922388"/>
            <a:ext cx="5214936" cy="274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b="1" dirty="0"/>
              <a:t>Motivation</a:t>
            </a:r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342900" y="1417641"/>
            <a:ext cx="8458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 keeps users anonymous but often makes connections slow.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 currently picks relays randomly, which adds extra delay.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aim is to keep users anonymous and make Tor faster.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b="1" dirty="0"/>
              <a:t>Research Objectives</a:t>
            </a:r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342900" y="1417641"/>
            <a:ext cx="8458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RL-based model for optimal circuit selection in the Tor network.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of the proposed model against traditional heuristic-based methods.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trade-offs between latency, anonymity, and bandwidth utilization.</a:t>
            </a:r>
          </a:p>
        </p:txBody>
      </p:sp>
    </p:spTree>
    <p:extLst>
      <p:ext uri="{BB962C8B-B14F-4D97-AF65-F5344CB8AC3E}">
        <p14:creationId xmlns:p14="http://schemas.microsoft.com/office/powerpoint/2010/main" val="406100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b="1" dirty="0"/>
              <a:t>EXISTING WORKS</a:t>
            </a:r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457200" y="1404191"/>
            <a:ext cx="8458200" cy="485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algn="just"/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research such as  </a:t>
            </a:r>
            <a:r>
              <a:rPr lang="en-US" sz="6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Basyoni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al.[1] investigated the integration of the QUIC protocol to shorten the Tor handshake process and improve latency performance.</a:t>
            </a:r>
          </a:p>
          <a:p>
            <a:pPr algn="just"/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Rochet et al.[2] focused on securing user’s location information without compromising anonymity.</a:t>
            </a:r>
          </a:p>
          <a:p>
            <a:pPr algn="just"/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 and Chang[3] analyzes the trade-off between  performance and anonymity in the TOR network proposing source-driven relay selection method. Zhang et al.[4] also applied Reinforcement Learning in Tor but they priories the Tor performance and compromised anonymity.</a:t>
            </a:r>
          </a:p>
          <a:p>
            <a:pPr marL="0" indent="0" algn="just"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study is  to explore whether reinforcement learning can be effectively used in Tor’s circuit selection.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Basyoni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Erbad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Alsabah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Fetais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Mohamed, A., &amp;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Guizani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(2021).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QuicTor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Enhancing tor for real-time communication using QUIC transport protocol. 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28769-28784.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Rochet, F., Wails, R., Johnson, A., Mittal, P., &amp; Pereira, O. (2020, October). CLAPS: Client-location-aware path selection in Tor. In 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2020 ACM SIGSAC Conference on Computer and Communications Security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(pp. 17-34).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K., &amp; Chang, S. Y. (2024, July). Performance or anonymity? source-driven tor relay selection for performance enhancement. In 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33rd International Conference on Computer Communications and Networks (ICCCN)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(pp. 1-9).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Networks (ICCCN)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Kailua-Kona, HI, USA, 2024, pp. 1-9,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10.1109/ICCCN61486.2024.10637542.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K., Islam, A., &amp; Chang, S. Y. (2025, June). Reinforcement Learning on Tor: Prioritizing Performance Compromises Anonymity. In 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Silicon Valley Cybersecurity Conference (SVCC)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(pp. 1-3). IEEE.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RL-Based Scheme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7972425" cy="22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5600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 RL agent selects a Tor circuit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endParaRPr lang="en-US" sz="5600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5600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State: Network conditions (latency, relay reliability, anonymity level)Action: Choose one circuit from candidate circuits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endParaRPr lang="en-US" sz="5600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5600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Reward: Higher reward for lower latency while maintaining anonymity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endParaRPr lang="en-US" sz="2800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5600" b="0" i="0" u="none" strike="noStrike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Learn a policy that balances latency  and anonymity</a:t>
            </a:r>
          </a:p>
          <a:p>
            <a:pPr marL="114300" indent="0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None/>
            </a:pPr>
            <a:endParaRPr lang="en-US" sz="2800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endParaRPr lang="en-US" sz="2800" b="0" i="0" u="none" strike="noStrike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/>
          </a:p>
        </p:txBody>
      </p:sp>
      <p:pic>
        <p:nvPicPr>
          <p:cNvPr id="3" name="Picture 2" descr="A diagram of a circuit selection policy&#10;&#10;Description automatically generated">
            <a:extLst>
              <a:ext uri="{FF2B5EF4-FFF2-40B4-BE49-F238E27FC236}">
                <a16:creationId xmlns:a16="http://schemas.microsoft.com/office/drawing/2014/main" id="{6DA04FD8-20A9-1E34-B9E9-00AA6C425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3204836"/>
            <a:ext cx="7000875" cy="2315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9E5CF0-8C3D-E2D3-26C7-513005634835}"/>
              </a:ext>
            </a:extLst>
          </p:cNvPr>
          <p:cNvSpPr txBox="1"/>
          <p:nvPr/>
        </p:nvSpPr>
        <p:spPr>
          <a:xfrm>
            <a:off x="457200" y="5258246"/>
            <a:ext cx="8486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Reinforcement learning framework for adaptive Tor circuit selection, where the agent observes network state, selects a circuit, and receives rewards based on latency and anonymity to learn an optimal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b="1" dirty="0"/>
              <a:t>CONCLUSION</a:t>
            </a:r>
            <a:endParaRPr dirty="0"/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1"/>
          </p:nvPr>
        </p:nvSpPr>
        <p:spPr>
          <a:xfrm>
            <a:off x="457200" y="1404191"/>
            <a:ext cx="8458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Tor performance.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anonymity guarantees.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adaptive learning-based routing.</a:t>
            </a: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0" dirty="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7620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 b="1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</TotalTime>
  <Words>550</Words>
  <Application>Microsoft Office PowerPoint</Application>
  <PresentationFormat>On-screen Show (4:3)</PresentationFormat>
  <Paragraphs>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Times New Roman</vt:lpstr>
      <vt:lpstr>Courier New</vt:lpstr>
      <vt:lpstr>Noto Sans Symbols</vt:lpstr>
      <vt:lpstr>Arial Black</vt:lpstr>
      <vt:lpstr>Arial</vt:lpstr>
      <vt:lpstr>Calibri</vt:lpstr>
      <vt:lpstr>uccs-powerpoint-template-2014-cobranded</vt:lpstr>
      <vt:lpstr>Reinforcement Learning for Fast and Secure Circuit Selection in Tor</vt:lpstr>
      <vt:lpstr>How Tor works</vt:lpstr>
      <vt:lpstr>Motivation</vt:lpstr>
      <vt:lpstr>Research Objectives</vt:lpstr>
      <vt:lpstr>EXISTING WORKS</vt:lpstr>
      <vt:lpstr>RL-Based Scheme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Website Fingerprinting through Deep Learning</dc:title>
  <cp:lastModifiedBy>Amanul Islam</cp:lastModifiedBy>
  <cp:revision>19</cp:revision>
  <dcterms:modified xsi:type="dcterms:W3CDTF">2026-02-17T04:04:03Z</dcterms:modified>
</cp:coreProperties>
</file>
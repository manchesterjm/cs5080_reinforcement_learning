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58" r:id="rId6"/>
    <p:sldId id="261" r:id="rId7"/>
    <p:sldId id="265" r:id="rId8"/>
    <p:sldId id="266" r:id="rId9"/>
    <p:sldId id="264" r:id="rId10"/>
    <p:sldId id="262" r:id="rId11"/>
    <p:sldId id="268" r:id="rId12"/>
    <p:sldId id="263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E6B733-7560-9518-FB06-73BE202B9D1D}" v="37" dt="2026-02-20T00:05:14.484"/>
    <p1510:client id="{A535CE9E-A2D8-4041-8F29-C26D90F2BAEA}" v="2221" dt="2026-02-20T00:10:59.953"/>
    <p1510:client id="{E09D426D-C998-AFFA-B758-6C044BC56FF2}" v="128" dt="2026-02-19T21:11:13.2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6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99F6C7-B948-4672-B80F-2E40005EA395}" type="doc">
      <dgm:prSet loTypeId="urn:microsoft.com/office/officeart/2008/layout/AlternatingHexagon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41D808-193F-4DB5-8E17-DEE291C61D7B}">
      <dgm:prSet phldrT="[Text]" phldr="0"/>
      <dgm:spPr/>
      <dgm:t>
        <a:bodyPr/>
        <a:lstStyle/>
        <a:p>
          <a:r>
            <a:rPr lang="en-US" b="1" dirty="0"/>
            <a:t>LLMs</a:t>
          </a:r>
        </a:p>
      </dgm:t>
    </dgm:pt>
    <dgm:pt modelId="{8BA3F1AA-D536-4CA6-A766-1CAD66D89F86}" type="parTrans" cxnId="{93BA0DE7-80A8-44CB-9C07-9ADCCFC358C0}">
      <dgm:prSet/>
      <dgm:spPr/>
      <dgm:t>
        <a:bodyPr/>
        <a:lstStyle/>
        <a:p>
          <a:endParaRPr lang="en-US"/>
        </a:p>
      </dgm:t>
    </dgm:pt>
    <dgm:pt modelId="{18A8EEAF-E3B4-43DC-B050-CB9DEB5BF400}" type="sibTrans" cxnId="{93BA0DE7-80A8-44CB-9C07-9ADCCFC358C0}">
      <dgm:prSet/>
      <dgm:spPr/>
      <dgm:t>
        <a:bodyPr/>
        <a:lstStyle/>
        <a:p>
          <a:r>
            <a:rPr lang="en-US" b="1" dirty="0"/>
            <a:t>reasoning</a:t>
          </a:r>
        </a:p>
      </dgm:t>
    </dgm:pt>
    <dgm:pt modelId="{7243C4D6-AFF2-4329-8776-35CCC2921B96}">
      <dgm:prSet phldrT="[Text]" phldr="0"/>
      <dgm:spPr/>
      <dgm:t>
        <a:bodyPr/>
        <a:lstStyle/>
        <a:p>
          <a:r>
            <a:rPr lang="en-US" b="1" dirty="0"/>
            <a:t>agentic</a:t>
          </a:r>
        </a:p>
      </dgm:t>
    </dgm:pt>
    <dgm:pt modelId="{D68F98C7-01DA-4FA3-BC08-87F61D47971D}" type="parTrans" cxnId="{020D03F0-C461-408F-A1AD-3A8AFE056681}">
      <dgm:prSet/>
      <dgm:spPr/>
      <dgm:t>
        <a:bodyPr/>
        <a:lstStyle/>
        <a:p>
          <a:endParaRPr lang="en-US"/>
        </a:p>
      </dgm:t>
    </dgm:pt>
    <dgm:pt modelId="{9F2F299B-5A11-4715-97D6-DCCA42DAFEFD}" type="sibTrans" cxnId="{020D03F0-C461-408F-A1AD-3A8AFE056681}">
      <dgm:prSet/>
      <dgm:spPr/>
      <dgm:t>
        <a:bodyPr/>
        <a:lstStyle/>
        <a:p>
          <a:r>
            <a:rPr lang="en-US" b="1" dirty="0"/>
            <a:t>“intelligence”</a:t>
          </a:r>
        </a:p>
      </dgm:t>
    </dgm:pt>
    <dgm:pt modelId="{A3E8736B-A100-4494-BEC8-9F8C7A866CC3}">
      <dgm:prSet phldrT="[Text]" phldr="0"/>
      <dgm:spPr/>
      <dgm:t>
        <a:bodyPr/>
        <a:lstStyle/>
        <a:p>
          <a:r>
            <a:rPr lang="en-US" b="1" dirty="0"/>
            <a:t>scaling</a:t>
          </a:r>
        </a:p>
      </dgm:t>
    </dgm:pt>
    <dgm:pt modelId="{04D89DDC-2038-407F-9EB6-0E734C9BAA1F}" type="sibTrans" cxnId="{3341A555-3E1D-401B-8F0A-F3C23DDE6414}">
      <dgm:prSet/>
      <dgm:spPr/>
      <dgm:t>
        <a:bodyPr/>
        <a:lstStyle/>
        <a:p>
          <a:r>
            <a:rPr lang="en-US" b="1" dirty="0"/>
            <a:t>exponential</a:t>
          </a:r>
        </a:p>
      </dgm:t>
    </dgm:pt>
    <dgm:pt modelId="{32C911E8-45EF-4234-990D-757FCAC17151}" type="parTrans" cxnId="{3341A555-3E1D-401B-8F0A-F3C23DDE6414}">
      <dgm:prSet/>
      <dgm:spPr/>
      <dgm:t>
        <a:bodyPr/>
        <a:lstStyle/>
        <a:p>
          <a:endParaRPr lang="en-US"/>
        </a:p>
      </dgm:t>
    </dgm:pt>
    <dgm:pt modelId="{FECCB991-C063-486B-BDA4-8199A4FD549E}" type="pres">
      <dgm:prSet presAssocID="{7299F6C7-B948-4672-B80F-2E40005EA395}" presName="Name0" presStyleCnt="0">
        <dgm:presLayoutVars>
          <dgm:chMax/>
          <dgm:chPref/>
          <dgm:dir/>
          <dgm:animLvl val="lvl"/>
        </dgm:presLayoutVars>
      </dgm:prSet>
      <dgm:spPr/>
    </dgm:pt>
    <dgm:pt modelId="{CA1D86D5-89D7-440C-83CE-BBC3EA9DC959}" type="pres">
      <dgm:prSet presAssocID="{A3E8736B-A100-4494-BEC8-9F8C7A866CC3}" presName="composite" presStyleCnt="0"/>
      <dgm:spPr/>
    </dgm:pt>
    <dgm:pt modelId="{79CAC2DE-F2B1-4E15-B08F-3DE250E13E69}" type="pres">
      <dgm:prSet presAssocID="{A3E8736B-A100-4494-BEC8-9F8C7A866CC3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2709CFE9-4F5B-4D15-8189-DA5E775AD9FF}" type="pres">
      <dgm:prSet presAssocID="{A3E8736B-A100-4494-BEC8-9F8C7A866CC3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7A3D9787-BDE6-417F-A065-7C9E7060CE2E}" type="pres">
      <dgm:prSet presAssocID="{A3E8736B-A100-4494-BEC8-9F8C7A866CC3}" presName="BalanceSpacing" presStyleCnt="0"/>
      <dgm:spPr/>
    </dgm:pt>
    <dgm:pt modelId="{D0A726C1-4C2C-46CD-971A-6F1356677C1F}" type="pres">
      <dgm:prSet presAssocID="{A3E8736B-A100-4494-BEC8-9F8C7A866CC3}" presName="BalanceSpacing1" presStyleCnt="0"/>
      <dgm:spPr/>
    </dgm:pt>
    <dgm:pt modelId="{D85405AE-A27E-460C-A0D1-A6EB482B0A84}" type="pres">
      <dgm:prSet presAssocID="{04D89DDC-2038-407F-9EB6-0E734C9BAA1F}" presName="Accent1Text" presStyleLbl="node1" presStyleIdx="1" presStyleCnt="6"/>
      <dgm:spPr/>
    </dgm:pt>
    <dgm:pt modelId="{58E6C7D5-D4DC-4674-B764-EBD64895DAC6}" type="pres">
      <dgm:prSet presAssocID="{04D89DDC-2038-407F-9EB6-0E734C9BAA1F}" presName="spaceBetweenRectangles" presStyleCnt="0"/>
      <dgm:spPr/>
    </dgm:pt>
    <dgm:pt modelId="{91528050-A9B9-4095-AFCD-242D014E1E60}" type="pres">
      <dgm:prSet presAssocID="{6541D808-193F-4DB5-8E17-DEE291C61D7B}" presName="composite" presStyleCnt="0"/>
      <dgm:spPr/>
    </dgm:pt>
    <dgm:pt modelId="{66461B48-AB4C-4D39-B35C-E0622B7DDE9C}" type="pres">
      <dgm:prSet presAssocID="{6541D808-193F-4DB5-8E17-DEE291C61D7B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388B918B-A8B9-4241-B136-F7ED64C34739}" type="pres">
      <dgm:prSet presAssocID="{6541D808-193F-4DB5-8E17-DEE291C61D7B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DD66C3B4-9D05-439B-B39C-6DFCC1D9B3A0}" type="pres">
      <dgm:prSet presAssocID="{6541D808-193F-4DB5-8E17-DEE291C61D7B}" presName="BalanceSpacing" presStyleCnt="0"/>
      <dgm:spPr/>
    </dgm:pt>
    <dgm:pt modelId="{7D3515B4-A0A2-47BB-A93A-1D88B137F275}" type="pres">
      <dgm:prSet presAssocID="{6541D808-193F-4DB5-8E17-DEE291C61D7B}" presName="BalanceSpacing1" presStyleCnt="0"/>
      <dgm:spPr/>
    </dgm:pt>
    <dgm:pt modelId="{5DBBADFD-3B2E-4FE7-806A-C4036E226195}" type="pres">
      <dgm:prSet presAssocID="{18A8EEAF-E3B4-43DC-B050-CB9DEB5BF400}" presName="Accent1Text" presStyleLbl="node1" presStyleIdx="3" presStyleCnt="6"/>
      <dgm:spPr/>
    </dgm:pt>
    <dgm:pt modelId="{CBDF5973-EDE9-493C-9FE0-F31444FDAB9E}" type="pres">
      <dgm:prSet presAssocID="{18A8EEAF-E3B4-43DC-B050-CB9DEB5BF400}" presName="spaceBetweenRectangles" presStyleCnt="0"/>
      <dgm:spPr/>
    </dgm:pt>
    <dgm:pt modelId="{A7EC398F-55E8-4726-B4B2-C72AE485F96F}" type="pres">
      <dgm:prSet presAssocID="{7243C4D6-AFF2-4329-8776-35CCC2921B96}" presName="composite" presStyleCnt="0"/>
      <dgm:spPr/>
    </dgm:pt>
    <dgm:pt modelId="{792BB91A-4D2D-437F-964B-C1AAA9D72E6D}" type="pres">
      <dgm:prSet presAssocID="{7243C4D6-AFF2-4329-8776-35CCC2921B96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368CE07B-797D-4C2F-ABAB-6C54C75272B2}" type="pres">
      <dgm:prSet presAssocID="{7243C4D6-AFF2-4329-8776-35CCC2921B96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00FD3785-35AD-4443-B94E-24EF7B5ED305}" type="pres">
      <dgm:prSet presAssocID="{7243C4D6-AFF2-4329-8776-35CCC2921B96}" presName="BalanceSpacing" presStyleCnt="0"/>
      <dgm:spPr/>
    </dgm:pt>
    <dgm:pt modelId="{659605EB-83CF-4416-80A6-2ACC7E62BF2E}" type="pres">
      <dgm:prSet presAssocID="{7243C4D6-AFF2-4329-8776-35CCC2921B96}" presName="BalanceSpacing1" presStyleCnt="0"/>
      <dgm:spPr/>
    </dgm:pt>
    <dgm:pt modelId="{A2663B1D-A7A5-4B82-9775-D2513EF8305E}" type="pres">
      <dgm:prSet presAssocID="{9F2F299B-5A11-4715-97D6-DCCA42DAFEFD}" presName="Accent1Text" presStyleLbl="node1" presStyleIdx="5" presStyleCnt="6"/>
      <dgm:spPr/>
    </dgm:pt>
  </dgm:ptLst>
  <dgm:cxnLst>
    <dgm:cxn modelId="{9FA02124-6E02-4463-8FC4-3D3482A5A6E6}" type="presOf" srcId="{7299F6C7-B948-4672-B80F-2E40005EA395}" destId="{FECCB991-C063-486B-BDA4-8199A4FD549E}" srcOrd="0" destOrd="0" presId="urn:microsoft.com/office/officeart/2008/layout/AlternatingHexagons"/>
    <dgm:cxn modelId="{DC79FC30-3011-4B40-B92F-B19925CE78E2}" type="presOf" srcId="{6541D808-193F-4DB5-8E17-DEE291C61D7B}" destId="{66461B48-AB4C-4D39-B35C-E0622B7DDE9C}" srcOrd="0" destOrd="0" presId="urn:microsoft.com/office/officeart/2008/layout/AlternatingHexagons"/>
    <dgm:cxn modelId="{703B1C33-13E8-4E71-A7C5-D0B98F03374D}" type="presOf" srcId="{9F2F299B-5A11-4715-97D6-DCCA42DAFEFD}" destId="{A2663B1D-A7A5-4B82-9775-D2513EF8305E}" srcOrd="0" destOrd="0" presId="urn:microsoft.com/office/officeart/2008/layout/AlternatingHexagons"/>
    <dgm:cxn modelId="{19E5F960-ACE5-4295-94D2-C19B4B1418CD}" type="presOf" srcId="{7243C4D6-AFF2-4329-8776-35CCC2921B96}" destId="{792BB91A-4D2D-437F-964B-C1AAA9D72E6D}" srcOrd="0" destOrd="0" presId="urn:microsoft.com/office/officeart/2008/layout/AlternatingHexagons"/>
    <dgm:cxn modelId="{3341A555-3E1D-401B-8F0A-F3C23DDE6414}" srcId="{7299F6C7-B948-4672-B80F-2E40005EA395}" destId="{A3E8736B-A100-4494-BEC8-9F8C7A866CC3}" srcOrd="0" destOrd="0" parTransId="{32C911E8-45EF-4234-990D-757FCAC17151}" sibTransId="{04D89DDC-2038-407F-9EB6-0E734C9BAA1F}"/>
    <dgm:cxn modelId="{93BA0DE7-80A8-44CB-9C07-9ADCCFC358C0}" srcId="{7299F6C7-B948-4672-B80F-2E40005EA395}" destId="{6541D808-193F-4DB5-8E17-DEE291C61D7B}" srcOrd="1" destOrd="0" parTransId="{8BA3F1AA-D536-4CA6-A766-1CAD66D89F86}" sibTransId="{18A8EEAF-E3B4-43DC-B050-CB9DEB5BF400}"/>
    <dgm:cxn modelId="{CE835AEF-C088-4CBD-994F-754B7EFA4C9D}" type="presOf" srcId="{A3E8736B-A100-4494-BEC8-9F8C7A866CC3}" destId="{79CAC2DE-F2B1-4E15-B08F-3DE250E13E69}" srcOrd="0" destOrd="0" presId="urn:microsoft.com/office/officeart/2008/layout/AlternatingHexagons"/>
    <dgm:cxn modelId="{020D03F0-C461-408F-A1AD-3A8AFE056681}" srcId="{7299F6C7-B948-4672-B80F-2E40005EA395}" destId="{7243C4D6-AFF2-4329-8776-35CCC2921B96}" srcOrd="2" destOrd="0" parTransId="{D68F98C7-01DA-4FA3-BC08-87F61D47971D}" sibTransId="{9F2F299B-5A11-4715-97D6-DCCA42DAFEFD}"/>
    <dgm:cxn modelId="{BF9627F8-CAC2-4D76-A066-5F4101219529}" type="presOf" srcId="{04D89DDC-2038-407F-9EB6-0E734C9BAA1F}" destId="{D85405AE-A27E-460C-A0D1-A6EB482B0A84}" srcOrd="0" destOrd="0" presId="urn:microsoft.com/office/officeart/2008/layout/AlternatingHexagons"/>
    <dgm:cxn modelId="{654DD1FE-54D1-40A4-A158-6C18C55AA04B}" type="presOf" srcId="{18A8EEAF-E3B4-43DC-B050-CB9DEB5BF400}" destId="{5DBBADFD-3B2E-4FE7-806A-C4036E226195}" srcOrd="0" destOrd="0" presId="urn:microsoft.com/office/officeart/2008/layout/AlternatingHexagons"/>
    <dgm:cxn modelId="{87EDCF30-27C8-47B1-A12C-7D10545DF0EE}" type="presParOf" srcId="{FECCB991-C063-486B-BDA4-8199A4FD549E}" destId="{CA1D86D5-89D7-440C-83CE-BBC3EA9DC959}" srcOrd="0" destOrd="0" presId="urn:microsoft.com/office/officeart/2008/layout/AlternatingHexagons"/>
    <dgm:cxn modelId="{72E18E66-4BFE-4B29-A19E-350E49478DCC}" type="presParOf" srcId="{CA1D86D5-89D7-440C-83CE-BBC3EA9DC959}" destId="{79CAC2DE-F2B1-4E15-B08F-3DE250E13E69}" srcOrd="0" destOrd="0" presId="urn:microsoft.com/office/officeart/2008/layout/AlternatingHexagons"/>
    <dgm:cxn modelId="{B3E78FB3-0A52-4DE9-BAF2-14321358B8C7}" type="presParOf" srcId="{CA1D86D5-89D7-440C-83CE-BBC3EA9DC959}" destId="{2709CFE9-4F5B-4D15-8189-DA5E775AD9FF}" srcOrd="1" destOrd="0" presId="urn:microsoft.com/office/officeart/2008/layout/AlternatingHexagons"/>
    <dgm:cxn modelId="{5A3FBF23-D110-4F73-B81E-6C065C21EAD0}" type="presParOf" srcId="{CA1D86D5-89D7-440C-83CE-BBC3EA9DC959}" destId="{7A3D9787-BDE6-417F-A065-7C9E7060CE2E}" srcOrd="2" destOrd="0" presId="urn:microsoft.com/office/officeart/2008/layout/AlternatingHexagons"/>
    <dgm:cxn modelId="{442399B7-610E-4CB9-90BC-7A1034DFB768}" type="presParOf" srcId="{CA1D86D5-89D7-440C-83CE-BBC3EA9DC959}" destId="{D0A726C1-4C2C-46CD-971A-6F1356677C1F}" srcOrd="3" destOrd="0" presId="urn:microsoft.com/office/officeart/2008/layout/AlternatingHexagons"/>
    <dgm:cxn modelId="{1D516CF9-BE08-42C4-989A-43F036AD1237}" type="presParOf" srcId="{CA1D86D5-89D7-440C-83CE-BBC3EA9DC959}" destId="{D85405AE-A27E-460C-A0D1-A6EB482B0A84}" srcOrd="4" destOrd="0" presId="urn:microsoft.com/office/officeart/2008/layout/AlternatingHexagons"/>
    <dgm:cxn modelId="{C157D30D-3CA5-4482-8D54-2095E78FBD68}" type="presParOf" srcId="{FECCB991-C063-486B-BDA4-8199A4FD549E}" destId="{58E6C7D5-D4DC-4674-B764-EBD64895DAC6}" srcOrd="1" destOrd="0" presId="urn:microsoft.com/office/officeart/2008/layout/AlternatingHexagons"/>
    <dgm:cxn modelId="{A390B32F-5E81-4847-866B-56E11E5C2698}" type="presParOf" srcId="{FECCB991-C063-486B-BDA4-8199A4FD549E}" destId="{91528050-A9B9-4095-AFCD-242D014E1E60}" srcOrd="2" destOrd="0" presId="urn:microsoft.com/office/officeart/2008/layout/AlternatingHexagons"/>
    <dgm:cxn modelId="{A5CE422A-19DA-4E1A-9ED3-09152DB724AD}" type="presParOf" srcId="{91528050-A9B9-4095-AFCD-242D014E1E60}" destId="{66461B48-AB4C-4D39-B35C-E0622B7DDE9C}" srcOrd="0" destOrd="0" presId="urn:microsoft.com/office/officeart/2008/layout/AlternatingHexagons"/>
    <dgm:cxn modelId="{035D0CC9-0D17-48D2-89F4-500E3D025094}" type="presParOf" srcId="{91528050-A9B9-4095-AFCD-242D014E1E60}" destId="{388B918B-A8B9-4241-B136-F7ED64C34739}" srcOrd="1" destOrd="0" presId="urn:microsoft.com/office/officeart/2008/layout/AlternatingHexagons"/>
    <dgm:cxn modelId="{7D665E96-ACA6-4EF4-96E9-92215E0D77B6}" type="presParOf" srcId="{91528050-A9B9-4095-AFCD-242D014E1E60}" destId="{DD66C3B4-9D05-439B-B39C-6DFCC1D9B3A0}" srcOrd="2" destOrd="0" presId="urn:microsoft.com/office/officeart/2008/layout/AlternatingHexagons"/>
    <dgm:cxn modelId="{9127E422-FB55-49B8-A21C-CE0387935E27}" type="presParOf" srcId="{91528050-A9B9-4095-AFCD-242D014E1E60}" destId="{7D3515B4-A0A2-47BB-A93A-1D88B137F275}" srcOrd="3" destOrd="0" presId="urn:microsoft.com/office/officeart/2008/layout/AlternatingHexagons"/>
    <dgm:cxn modelId="{4B024664-0CAC-469A-BB96-73F44703672B}" type="presParOf" srcId="{91528050-A9B9-4095-AFCD-242D014E1E60}" destId="{5DBBADFD-3B2E-4FE7-806A-C4036E226195}" srcOrd="4" destOrd="0" presId="urn:microsoft.com/office/officeart/2008/layout/AlternatingHexagons"/>
    <dgm:cxn modelId="{7FB8F7A5-1240-441B-919D-05999CE07FB6}" type="presParOf" srcId="{FECCB991-C063-486B-BDA4-8199A4FD549E}" destId="{CBDF5973-EDE9-493C-9FE0-F31444FDAB9E}" srcOrd="3" destOrd="0" presId="urn:microsoft.com/office/officeart/2008/layout/AlternatingHexagons"/>
    <dgm:cxn modelId="{A4DF924D-8F36-4E36-992B-A7412FC33B5C}" type="presParOf" srcId="{FECCB991-C063-486B-BDA4-8199A4FD549E}" destId="{A7EC398F-55E8-4726-B4B2-C72AE485F96F}" srcOrd="4" destOrd="0" presId="urn:microsoft.com/office/officeart/2008/layout/AlternatingHexagons"/>
    <dgm:cxn modelId="{AA18C580-A5DF-40C1-A428-0DA01762761F}" type="presParOf" srcId="{A7EC398F-55E8-4726-B4B2-C72AE485F96F}" destId="{792BB91A-4D2D-437F-964B-C1AAA9D72E6D}" srcOrd="0" destOrd="0" presId="urn:microsoft.com/office/officeart/2008/layout/AlternatingHexagons"/>
    <dgm:cxn modelId="{D9FD5F76-5BE2-4C34-B9F4-0381598E6E86}" type="presParOf" srcId="{A7EC398F-55E8-4726-B4B2-C72AE485F96F}" destId="{368CE07B-797D-4C2F-ABAB-6C54C75272B2}" srcOrd="1" destOrd="0" presId="urn:microsoft.com/office/officeart/2008/layout/AlternatingHexagons"/>
    <dgm:cxn modelId="{214F280C-B797-40E2-80C0-516FA88EAC29}" type="presParOf" srcId="{A7EC398F-55E8-4726-B4B2-C72AE485F96F}" destId="{00FD3785-35AD-4443-B94E-24EF7B5ED305}" srcOrd="2" destOrd="0" presId="urn:microsoft.com/office/officeart/2008/layout/AlternatingHexagons"/>
    <dgm:cxn modelId="{62C01C7A-8CBC-4566-802A-B675AA436AC3}" type="presParOf" srcId="{A7EC398F-55E8-4726-B4B2-C72AE485F96F}" destId="{659605EB-83CF-4416-80A6-2ACC7E62BF2E}" srcOrd="3" destOrd="0" presId="urn:microsoft.com/office/officeart/2008/layout/AlternatingHexagons"/>
    <dgm:cxn modelId="{8C695DB7-585B-4839-AD47-A277C89C50B2}" type="presParOf" srcId="{A7EC398F-55E8-4726-B4B2-C72AE485F96F}" destId="{A2663B1D-A7A5-4B82-9775-D2513EF8305E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B4959C-DD48-4950-B29A-276910F586A9}" type="doc">
      <dgm:prSet loTypeId="urn:microsoft.com/office/officeart/2005/8/layout/funnel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8D0EDA-987C-460C-A95E-D3D33B1D191B}">
      <dgm:prSet phldrT="[Text]" phldr="0"/>
      <dgm:spPr/>
      <dgm:t>
        <a:bodyPr/>
        <a:lstStyle/>
        <a:p>
          <a:r>
            <a:rPr lang="en-US" b="1" dirty="0"/>
            <a:t>Manifold-Constrained Hyper-Connections (</a:t>
          </a:r>
          <a:r>
            <a:rPr lang="en-US" b="1" dirty="0" err="1"/>
            <a:t>mHC</a:t>
          </a:r>
          <a:r>
            <a:rPr lang="en-US" b="1" dirty="0"/>
            <a:t>)</a:t>
          </a:r>
        </a:p>
      </dgm:t>
    </dgm:pt>
    <dgm:pt modelId="{35676762-DE8A-4992-98AF-11C46BFEB285}" type="parTrans" cxnId="{0EE8F111-7B73-49FA-96A0-A0BC2E4034D8}">
      <dgm:prSet/>
      <dgm:spPr/>
      <dgm:t>
        <a:bodyPr/>
        <a:lstStyle/>
        <a:p>
          <a:endParaRPr lang="en-US"/>
        </a:p>
      </dgm:t>
    </dgm:pt>
    <dgm:pt modelId="{A0B9F496-5C24-4327-9B0B-DC36B4E58DC0}" type="sibTrans" cxnId="{0EE8F111-7B73-49FA-96A0-A0BC2E4034D8}">
      <dgm:prSet/>
      <dgm:spPr/>
      <dgm:t>
        <a:bodyPr/>
        <a:lstStyle/>
        <a:p>
          <a:endParaRPr lang="en-US"/>
        </a:p>
      </dgm:t>
    </dgm:pt>
    <dgm:pt modelId="{008DA36C-83DC-4BDB-93EC-B3C39DFF65AA}">
      <dgm:prSet phldrT="[Text]" phldr="0"/>
      <dgm:spPr/>
      <dgm:t>
        <a:bodyPr/>
        <a:lstStyle/>
        <a:p>
          <a:r>
            <a:rPr lang="en-US" b="1" dirty="0"/>
            <a:t>Mixture-of-Experts (</a:t>
          </a:r>
          <a:r>
            <a:rPr lang="en-US" b="1" dirty="0" err="1"/>
            <a:t>MoE</a:t>
          </a:r>
          <a:r>
            <a:rPr lang="en-US" b="1" dirty="0"/>
            <a:t>)</a:t>
          </a:r>
        </a:p>
      </dgm:t>
    </dgm:pt>
    <dgm:pt modelId="{3A2B455E-E27A-44FC-8EC1-D07EB8238B80}" type="parTrans" cxnId="{1405FBD8-8DE9-4488-A2CC-0051782C738B}">
      <dgm:prSet/>
      <dgm:spPr/>
      <dgm:t>
        <a:bodyPr/>
        <a:lstStyle/>
        <a:p>
          <a:endParaRPr lang="en-US"/>
        </a:p>
      </dgm:t>
    </dgm:pt>
    <dgm:pt modelId="{D6A9AE6C-E875-4FD2-AF99-523CB86832C1}" type="sibTrans" cxnId="{1405FBD8-8DE9-4488-A2CC-0051782C738B}">
      <dgm:prSet/>
      <dgm:spPr/>
      <dgm:t>
        <a:bodyPr/>
        <a:lstStyle/>
        <a:p>
          <a:endParaRPr lang="en-US"/>
        </a:p>
      </dgm:t>
    </dgm:pt>
    <dgm:pt modelId="{2EE5DDD8-766A-451C-8532-8CB6E3598CDE}">
      <dgm:prSet phldrT="[Text]" phldr="0"/>
      <dgm:spPr/>
      <dgm:t>
        <a:bodyPr/>
        <a:lstStyle/>
        <a:p>
          <a:r>
            <a:rPr lang="en-US" b="1" spc="600" dirty="0"/>
            <a:t>Attention</a:t>
          </a:r>
        </a:p>
      </dgm:t>
    </dgm:pt>
    <dgm:pt modelId="{4EF78EC1-59B3-4D6F-8E66-4DC1B0347471}" type="parTrans" cxnId="{F92AC137-4764-4913-A869-3557295E2316}">
      <dgm:prSet/>
      <dgm:spPr/>
      <dgm:t>
        <a:bodyPr/>
        <a:lstStyle/>
        <a:p>
          <a:endParaRPr lang="en-US"/>
        </a:p>
      </dgm:t>
    </dgm:pt>
    <dgm:pt modelId="{5BD86E4D-689B-4D13-9170-220716251848}" type="sibTrans" cxnId="{F92AC137-4764-4913-A869-3557295E2316}">
      <dgm:prSet/>
      <dgm:spPr/>
      <dgm:t>
        <a:bodyPr/>
        <a:lstStyle/>
        <a:p>
          <a:endParaRPr lang="en-US"/>
        </a:p>
      </dgm:t>
    </dgm:pt>
    <dgm:pt modelId="{01683E7E-D681-4BCF-849E-CD16B8936DDB}">
      <dgm:prSet/>
      <dgm:spPr/>
      <dgm:t>
        <a:bodyPr/>
        <a:lstStyle/>
        <a:p>
          <a:r>
            <a:rPr lang="en-US" b="1" dirty="0"/>
            <a:t>Gated </a:t>
          </a:r>
          <a:r>
            <a:rPr lang="en-US" b="1" dirty="0" err="1"/>
            <a:t>DeltaNet</a:t>
          </a:r>
          <a:endParaRPr lang="en-US" b="1" dirty="0"/>
        </a:p>
      </dgm:t>
    </dgm:pt>
    <dgm:pt modelId="{E421F6A8-0C4C-491A-97A4-989ADD8C040C}" type="parTrans" cxnId="{6C761B72-5399-4ABB-8E42-1602C9751D70}">
      <dgm:prSet/>
      <dgm:spPr/>
      <dgm:t>
        <a:bodyPr/>
        <a:lstStyle/>
        <a:p>
          <a:endParaRPr lang="en-US"/>
        </a:p>
      </dgm:t>
    </dgm:pt>
    <dgm:pt modelId="{F793CBEA-9505-48E8-8FF1-33A7EC9276A6}" type="sibTrans" cxnId="{6C761B72-5399-4ABB-8E42-1602C9751D70}">
      <dgm:prSet/>
      <dgm:spPr/>
      <dgm:t>
        <a:bodyPr/>
        <a:lstStyle/>
        <a:p>
          <a:endParaRPr lang="en-US"/>
        </a:p>
      </dgm:t>
    </dgm:pt>
    <dgm:pt modelId="{8542CB52-3ACA-4905-8BD1-617CBEC67B57}" type="pres">
      <dgm:prSet presAssocID="{68B4959C-DD48-4950-B29A-276910F586A9}" presName="Name0" presStyleCnt="0">
        <dgm:presLayoutVars>
          <dgm:chMax val="4"/>
          <dgm:resizeHandles val="exact"/>
        </dgm:presLayoutVars>
      </dgm:prSet>
      <dgm:spPr/>
    </dgm:pt>
    <dgm:pt modelId="{B88AA7FB-0553-4A12-9E89-FB1584E7940D}" type="pres">
      <dgm:prSet presAssocID="{68B4959C-DD48-4950-B29A-276910F586A9}" presName="ellipse" presStyleLbl="trBgShp" presStyleIdx="0" presStyleCnt="1"/>
      <dgm:spPr/>
    </dgm:pt>
    <dgm:pt modelId="{52388BF9-6CE0-46C9-9316-0ECFFDE60C85}" type="pres">
      <dgm:prSet presAssocID="{68B4959C-DD48-4950-B29A-276910F586A9}" presName="arrow1" presStyleLbl="fgShp" presStyleIdx="0" presStyleCnt="1"/>
      <dgm:spPr/>
    </dgm:pt>
    <dgm:pt modelId="{C4FAFEF3-D067-419A-A397-533068280BE2}" type="pres">
      <dgm:prSet presAssocID="{68B4959C-DD48-4950-B29A-276910F586A9}" presName="rectangle" presStyleLbl="revTx" presStyleIdx="0" presStyleCnt="1">
        <dgm:presLayoutVars>
          <dgm:bulletEnabled val="1"/>
        </dgm:presLayoutVars>
      </dgm:prSet>
      <dgm:spPr/>
    </dgm:pt>
    <dgm:pt modelId="{B9BB79E5-0B0E-4B0F-99E2-3850539A4424}" type="pres">
      <dgm:prSet presAssocID="{01683E7E-D681-4BCF-849E-CD16B8936DDB}" presName="item1" presStyleLbl="node1" presStyleIdx="0" presStyleCnt="3">
        <dgm:presLayoutVars>
          <dgm:bulletEnabled val="1"/>
        </dgm:presLayoutVars>
      </dgm:prSet>
      <dgm:spPr/>
    </dgm:pt>
    <dgm:pt modelId="{0EB219A0-FE17-4D91-8136-24E4B6CC0820}" type="pres">
      <dgm:prSet presAssocID="{008DA36C-83DC-4BDB-93EC-B3C39DFF65AA}" presName="item2" presStyleLbl="node1" presStyleIdx="1" presStyleCnt="3">
        <dgm:presLayoutVars>
          <dgm:bulletEnabled val="1"/>
        </dgm:presLayoutVars>
      </dgm:prSet>
      <dgm:spPr/>
    </dgm:pt>
    <dgm:pt modelId="{21A167A6-7C17-4634-B4ED-0A5F83408D1D}" type="pres">
      <dgm:prSet presAssocID="{2EE5DDD8-766A-451C-8532-8CB6E3598CDE}" presName="item3" presStyleLbl="node1" presStyleIdx="2" presStyleCnt="3">
        <dgm:presLayoutVars>
          <dgm:bulletEnabled val="1"/>
        </dgm:presLayoutVars>
      </dgm:prSet>
      <dgm:spPr/>
    </dgm:pt>
    <dgm:pt modelId="{AF663B1B-10B5-4184-B012-C585DC9A6B2F}" type="pres">
      <dgm:prSet presAssocID="{68B4959C-DD48-4950-B29A-276910F586A9}" presName="funnel" presStyleLbl="trAlignAcc1" presStyleIdx="0" presStyleCnt="1"/>
      <dgm:spPr/>
    </dgm:pt>
  </dgm:ptLst>
  <dgm:cxnLst>
    <dgm:cxn modelId="{0EE8F111-7B73-49FA-96A0-A0BC2E4034D8}" srcId="{68B4959C-DD48-4950-B29A-276910F586A9}" destId="{878D0EDA-987C-460C-A95E-D3D33B1D191B}" srcOrd="0" destOrd="0" parTransId="{35676762-DE8A-4992-98AF-11C46BFEB285}" sibTransId="{A0B9F496-5C24-4327-9B0B-DC36B4E58DC0}"/>
    <dgm:cxn modelId="{F92AC137-4764-4913-A869-3557295E2316}" srcId="{68B4959C-DD48-4950-B29A-276910F586A9}" destId="{2EE5DDD8-766A-451C-8532-8CB6E3598CDE}" srcOrd="3" destOrd="0" parTransId="{4EF78EC1-59B3-4D6F-8E66-4DC1B0347471}" sibTransId="{5BD86E4D-689B-4D13-9170-220716251848}"/>
    <dgm:cxn modelId="{7C95F544-5E16-435B-B8C5-EFC718C447C9}" type="presOf" srcId="{2EE5DDD8-766A-451C-8532-8CB6E3598CDE}" destId="{C4FAFEF3-D067-419A-A397-533068280BE2}" srcOrd="0" destOrd="0" presId="urn:microsoft.com/office/officeart/2005/8/layout/funnel1"/>
    <dgm:cxn modelId="{37CC2A45-7A7A-4063-BDCA-C42F7B56459B}" type="presOf" srcId="{68B4959C-DD48-4950-B29A-276910F586A9}" destId="{8542CB52-3ACA-4905-8BD1-617CBEC67B57}" srcOrd="0" destOrd="0" presId="urn:microsoft.com/office/officeart/2005/8/layout/funnel1"/>
    <dgm:cxn modelId="{696FCF49-516A-4662-A0E3-4FBE3DA15BB5}" type="presOf" srcId="{01683E7E-D681-4BCF-849E-CD16B8936DDB}" destId="{0EB219A0-FE17-4D91-8136-24E4B6CC0820}" srcOrd="0" destOrd="0" presId="urn:microsoft.com/office/officeart/2005/8/layout/funnel1"/>
    <dgm:cxn modelId="{35DC514E-1620-46CE-B3FB-69795FC15CD3}" type="presOf" srcId="{878D0EDA-987C-460C-A95E-D3D33B1D191B}" destId="{21A167A6-7C17-4634-B4ED-0A5F83408D1D}" srcOrd="0" destOrd="0" presId="urn:microsoft.com/office/officeart/2005/8/layout/funnel1"/>
    <dgm:cxn modelId="{6C761B72-5399-4ABB-8E42-1602C9751D70}" srcId="{68B4959C-DD48-4950-B29A-276910F586A9}" destId="{01683E7E-D681-4BCF-849E-CD16B8936DDB}" srcOrd="1" destOrd="0" parTransId="{E421F6A8-0C4C-491A-97A4-989ADD8C040C}" sibTransId="{F793CBEA-9505-48E8-8FF1-33A7EC9276A6}"/>
    <dgm:cxn modelId="{4C27BABD-1B68-4A9E-9FF9-53BD2DD6ED02}" type="presOf" srcId="{008DA36C-83DC-4BDB-93EC-B3C39DFF65AA}" destId="{B9BB79E5-0B0E-4B0F-99E2-3850539A4424}" srcOrd="0" destOrd="0" presId="urn:microsoft.com/office/officeart/2005/8/layout/funnel1"/>
    <dgm:cxn modelId="{1405FBD8-8DE9-4488-A2CC-0051782C738B}" srcId="{68B4959C-DD48-4950-B29A-276910F586A9}" destId="{008DA36C-83DC-4BDB-93EC-B3C39DFF65AA}" srcOrd="2" destOrd="0" parTransId="{3A2B455E-E27A-44FC-8EC1-D07EB8238B80}" sibTransId="{D6A9AE6C-E875-4FD2-AF99-523CB86832C1}"/>
    <dgm:cxn modelId="{B5A8D612-8400-49EC-87FD-E19AB0F3E11C}" type="presParOf" srcId="{8542CB52-3ACA-4905-8BD1-617CBEC67B57}" destId="{B88AA7FB-0553-4A12-9E89-FB1584E7940D}" srcOrd="0" destOrd="0" presId="urn:microsoft.com/office/officeart/2005/8/layout/funnel1"/>
    <dgm:cxn modelId="{BF6D788C-BEBE-4906-B931-1758D5A130B6}" type="presParOf" srcId="{8542CB52-3ACA-4905-8BD1-617CBEC67B57}" destId="{52388BF9-6CE0-46C9-9316-0ECFFDE60C85}" srcOrd="1" destOrd="0" presId="urn:microsoft.com/office/officeart/2005/8/layout/funnel1"/>
    <dgm:cxn modelId="{9E623A66-0EBA-409D-B374-7B82EE1D36FE}" type="presParOf" srcId="{8542CB52-3ACA-4905-8BD1-617CBEC67B57}" destId="{C4FAFEF3-D067-419A-A397-533068280BE2}" srcOrd="2" destOrd="0" presId="urn:microsoft.com/office/officeart/2005/8/layout/funnel1"/>
    <dgm:cxn modelId="{36F69A64-C441-4D86-A9FC-27E587C799DB}" type="presParOf" srcId="{8542CB52-3ACA-4905-8BD1-617CBEC67B57}" destId="{B9BB79E5-0B0E-4B0F-99E2-3850539A4424}" srcOrd="3" destOrd="0" presId="urn:microsoft.com/office/officeart/2005/8/layout/funnel1"/>
    <dgm:cxn modelId="{339B344E-5489-4C82-A42C-6E21DCEB9CF3}" type="presParOf" srcId="{8542CB52-3ACA-4905-8BD1-617CBEC67B57}" destId="{0EB219A0-FE17-4D91-8136-24E4B6CC0820}" srcOrd="4" destOrd="0" presId="urn:microsoft.com/office/officeart/2005/8/layout/funnel1"/>
    <dgm:cxn modelId="{130154B4-1A2B-4D54-860C-3506AD04EDFC}" type="presParOf" srcId="{8542CB52-3ACA-4905-8BD1-617CBEC67B57}" destId="{21A167A6-7C17-4634-B4ED-0A5F83408D1D}" srcOrd="5" destOrd="0" presId="urn:microsoft.com/office/officeart/2005/8/layout/funnel1"/>
    <dgm:cxn modelId="{D50D787C-E028-4CE5-830E-E27D649C606B}" type="presParOf" srcId="{8542CB52-3ACA-4905-8BD1-617CBEC67B57}" destId="{AF663B1B-10B5-4184-B012-C585DC9A6B2F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298A39-6425-446F-82C0-5931758C80D5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308CF7-7AE3-4463-A651-4ED273894AC6}">
      <dgm:prSet phldrT="[Text]" phldr="0"/>
      <dgm:spPr/>
      <dgm:t>
        <a:bodyPr/>
        <a:lstStyle/>
        <a:p>
          <a:r>
            <a:rPr lang="en-US" b="1" dirty="0"/>
            <a:t>Better Rewards?</a:t>
          </a:r>
        </a:p>
      </dgm:t>
    </dgm:pt>
    <dgm:pt modelId="{96826E1B-917E-40CE-A094-E63B3B7245D9}" type="parTrans" cxnId="{C49C378C-8F71-4678-B84B-933B955462CF}">
      <dgm:prSet/>
      <dgm:spPr/>
      <dgm:t>
        <a:bodyPr/>
        <a:lstStyle/>
        <a:p>
          <a:endParaRPr lang="en-US"/>
        </a:p>
      </dgm:t>
    </dgm:pt>
    <dgm:pt modelId="{3856D78D-110B-4DB4-B549-C46A3DA15671}" type="sibTrans" cxnId="{C49C378C-8F71-4678-B84B-933B955462CF}">
      <dgm:prSet/>
      <dgm:spPr/>
      <dgm:t>
        <a:bodyPr/>
        <a:lstStyle/>
        <a:p>
          <a:endParaRPr lang="en-US"/>
        </a:p>
      </dgm:t>
    </dgm:pt>
    <dgm:pt modelId="{8C791C89-E4C0-458B-B4D2-CAAA66B06DD8}">
      <dgm:prSet phldrT="[Text]" phldr="0"/>
      <dgm:spPr/>
      <dgm:t>
        <a:bodyPr/>
        <a:lstStyle/>
        <a:p>
          <a:r>
            <a:rPr lang="en-US" b="1" dirty="0"/>
            <a:t>Collaboration?</a:t>
          </a:r>
        </a:p>
      </dgm:t>
    </dgm:pt>
    <dgm:pt modelId="{E8D51F8D-8368-49A0-8D1E-6CC20495D997}" type="parTrans" cxnId="{CDA1D745-8238-4361-A8B7-2647253340FC}">
      <dgm:prSet/>
      <dgm:spPr/>
      <dgm:t>
        <a:bodyPr/>
        <a:lstStyle/>
        <a:p>
          <a:endParaRPr lang="en-US"/>
        </a:p>
      </dgm:t>
    </dgm:pt>
    <dgm:pt modelId="{8E561FE5-6621-4221-9491-B7E25CEBEF3B}" type="sibTrans" cxnId="{CDA1D745-8238-4361-A8B7-2647253340FC}">
      <dgm:prSet/>
      <dgm:spPr/>
      <dgm:t>
        <a:bodyPr/>
        <a:lstStyle/>
        <a:p>
          <a:endParaRPr lang="en-US"/>
        </a:p>
      </dgm:t>
    </dgm:pt>
    <dgm:pt modelId="{6F436EEA-0F9A-478E-82CB-9C7A2C35B252}">
      <dgm:prSet phldrT="[Text]" phldr="0"/>
      <dgm:spPr/>
      <dgm:t>
        <a:bodyPr/>
        <a:lstStyle/>
        <a:p>
          <a:r>
            <a:rPr lang="en-US" b="1" dirty="0"/>
            <a:t>Reinforcement Learning?</a:t>
          </a:r>
        </a:p>
      </dgm:t>
    </dgm:pt>
    <dgm:pt modelId="{CE1FD44B-D280-4EDF-A392-298C2D81898D}" type="parTrans" cxnId="{657DC4F3-1DE9-463C-84D7-F12E8F7C221D}">
      <dgm:prSet/>
      <dgm:spPr/>
      <dgm:t>
        <a:bodyPr/>
        <a:lstStyle/>
        <a:p>
          <a:endParaRPr lang="en-US"/>
        </a:p>
      </dgm:t>
    </dgm:pt>
    <dgm:pt modelId="{64F17AE7-3BCC-49F6-AD27-29C8C7C16BCC}" type="sibTrans" cxnId="{657DC4F3-1DE9-463C-84D7-F12E8F7C221D}">
      <dgm:prSet/>
      <dgm:spPr/>
      <dgm:t>
        <a:bodyPr/>
        <a:lstStyle/>
        <a:p>
          <a:endParaRPr lang="en-US"/>
        </a:p>
      </dgm:t>
    </dgm:pt>
    <dgm:pt modelId="{F0003CBB-0889-4A0D-90F9-38A70E0D76E7}">
      <dgm:prSet phldrT="[Text]" phldr="0"/>
      <dgm:spPr/>
      <dgm:t>
        <a:bodyPr/>
        <a:lstStyle/>
        <a:p>
          <a:r>
            <a:rPr lang="en-US" b="1" dirty="0"/>
            <a:t>Better Agents?</a:t>
          </a:r>
        </a:p>
      </dgm:t>
    </dgm:pt>
    <dgm:pt modelId="{F116BCC0-E323-441B-BBBE-DF16F8CE992A}" type="parTrans" cxnId="{882F0155-D917-45DD-951B-3EA977D6C23A}">
      <dgm:prSet/>
      <dgm:spPr/>
      <dgm:t>
        <a:bodyPr/>
        <a:lstStyle/>
        <a:p>
          <a:endParaRPr lang="en-US"/>
        </a:p>
      </dgm:t>
    </dgm:pt>
    <dgm:pt modelId="{3CA03084-DCD7-49EF-AA98-2D7FE483671B}" type="sibTrans" cxnId="{882F0155-D917-45DD-951B-3EA977D6C23A}">
      <dgm:prSet/>
      <dgm:spPr/>
      <dgm:t>
        <a:bodyPr/>
        <a:lstStyle/>
        <a:p>
          <a:endParaRPr lang="en-US"/>
        </a:p>
      </dgm:t>
    </dgm:pt>
    <dgm:pt modelId="{932A6E22-EEC1-49BB-9FF1-E24BDED6BE60}" type="pres">
      <dgm:prSet presAssocID="{69298A39-6425-446F-82C0-5931758C80D5}" presName="Name0" presStyleCnt="0">
        <dgm:presLayoutVars>
          <dgm:chMax val="7"/>
          <dgm:resizeHandles val="exact"/>
        </dgm:presLayoutVars>
      </dgm:prSet>
      <dgm:spPr/>
    </dgm:pt>
    <dgm:pt modelId="{F05E55E7-85C5-47B5-870F-AE87BBECE41A}" type="pres">
      <dgm:prSet presAssocID="{69298A39-6425-446F-82C0-5931758C80D5}" presName="comp1" presStyleCnt="0"/>
      <dgm:spPr/>
    </dgm:pt>
    <dgm:pt modelId="{16CC88B6-FE0F-404D-BCAC-C9E3416EDA78}" type="pres">
      <dgm:prSet presAssocID="{69298A39-6425-446F-82C0-5931758C80D5}" presName="circle1" presStyleLbl="node1" presStyleIdx="0" presStyleCnt="4"/>
      <dgm:spPr/>
    </dgm:pt>
    <dgm:pt modelId="{F67AA101-CCCC-4E1D-AB33-7EBE851B0C88}" type="pres">
      <dgm:prSet presAssocID="{69298A39-6425-446F-82C0-5931758C80D5}" presName="c1text" presStyleLbl="node1" presStyleIdx="0" presStyleCnt="4">
        <dgm:presLayoutVars>
          <dgm:bulletEnabled val="1"/>
        </dgm:presLayoutVars>
      </dgm:prSet>
      <dgm:spPr/>
    </dgm:pt>
    <dgm:pt modelId="{3B51575D-5E9A-42C5-9810-030AFF3ACEBA}" type="pres">
      <dgm:prSet presAssocID="{69298A39-6425-446F-82C0-5931758C80D5}" presName="comp2" presStyleCnt="0"/>
      <dgm:spPr/>
    </dgm:pt>
    <dgm:pt modelId="{41430784-5DD8-44E1-861C-A88F33595C51}" type="pres">
      <dgm:prSet presAssocID="{69298A39-6425-446F-82C0-5931758C80D5}" presName="circle2" presStyleLbl="node1" presStyleIdx="1" presStyleCnt="4"/>
      <dgm:spPr/>
    </dgm:pt>
    <dgm:pt modelId="{175B4580-915D-4EFB-8272-05182FE80842}" type="pres">
      <dgm:prSet presAssocID="{69298A39-6425-446F-82C0-5931758C80D5}" presName="c2text" presStyleLbl="node1" presStyleIdx="1" presStyleCnt="4">
        <dgm:presLayoutVars>
          <dgm:bulletEnabled val="1"/>
        </dgm:presLayoutVars>
      </dgm:prSet>
      <dgm:spPr/>
    </dgm:pt>
    <dgm:pt modelId="{305486D3-818B-43DE-B29B-BE9F9A6D8FC0}" type="pres">
      <dgm:prSet presAssocID="{69298A39-6425-446F-82C0-5931758C80D5}" presName="comp3" presStyleCnt="0"/>
      <dgm:spPr/>
    </dgm:pt>
    <dgm:pt modelId="{09EAF538-6D59-4325-88B5-8BFC775C5644}" type="pres">
      <dgm:prSet presAssocID="{69298A39-6425-446F-82C0-5931758C80D5}" presName="circle3" presStyleLbl="node1" presStyleIdx="2" presStyleCnt="4"/>
      <dgm:spPr/>
    </dgm:pt>
    <dgm:pt modelId="{E171D338-5DD8-4AC9-B412-BD572266E4C0}" type="pres">
      <dgm:prSet presAssocID="{69298A39-6425-446F-82C0-5931758C80D5}" presName="c3text" presStyleLbl="node1" presStyleIdx="2" presStyleCnt="4">
        <dgm:presLayoutVars>
          <dgm:bulletEnabled val="1"/>
        </dgm:presLayoutVars>
      </dgm:prSet>
      <dgm:spPr/>
    </dgm:pt>
    <dgm:pt modelId="{9BABCF16-6867-4D77-866F-62BAE9E8619F}" type="pres">
      <dgm:prSet presAssocID="{69298A39-6425-446F-82C0-5931758C80D5}" presName="comp4" presStyleCnt="0"/>
      <dgm:spPr/>
    </dgm:pt>
    <dgm:pt modelId="{950B5FEC-B1C5-4309-9CA6-C39015E078CC}" type="pres">
      <dgm:prSet presAssocID="{69298A39-6425-446F-82C0-5931758C80D5}" presName="circle4" presStyleLbl="node1" presStyleIdx="3" presStyleCnt="4"/>
      <dgm:spPr/>
    </dgm:pt>
    <dgm:pt modelId="{C8B69F0C-BBE1-4D94-A2B9-568329BAF43C}" type="pres">
      <dgm:prSet presAssocID="{69298A39-6425-446F-82C0-5931758C80D5}" presName="c4text" presStyleLbl="node1" presStyleIdx="3" presStyleCnt="4">
        <dgm:presLayoutVars>
          <dgm:bulletEnabled val="1"/>
        </dgm:presLayoutVars>
      </dgm:prSet>
      <dgm:spPr/>
    </dgm:pt>
  </dgm:ptLst>
  <dgm:cxnLst>
    <dgm:cxn modelId="{E1034A02-7197-4DA4-B60D-DF3E713A3368}" type="presOf" srcId="{F0003CBB-0889-4A0D-90F9-38A70E0D76E7}" destId="{950B5FEC-B1C5-4309-9CA6-C39015E078CC}" srcOrd="0" destOrd="0" presId="urn:microsoft.com/office/officeart/2005/8/layout/venn2"/>
    <dgm:cxn modelId="{7FC78425-E8A0-49C3-B091-B173D2E65631}" type="presOf" srcId="{6F436EEA-0F9A-478E-82CB-9C7A2C35B252}" destId="{09EAF538-6D59-4325-88B5-8BFC775C5644}" srcOrd="0" destOrd="0" presId="urn:microsoft.com/office/officeart/2005/8/layout/venn2"/>
    <dgm:cxn modelId="{E65BC426-477D-4481-882C-2DD0518ACD6E}" type="presOf" srcId="{71308CF7-7AE3-4463-A651-4ED273894AC6}" destId="{F67AA101-CCCC-4E1D-AB33-7EBE851B0C88}" srcOrd="1" destOrd="0" presId="urn:microsoft.com/office/officeart/2005/8/layout/venn2"/>
    <dgm:cxn modelId="{20F9EB28-55BB-4597-B93B-066C6F69477D}" type="presOf" srcId="{8C791C89-E4C0-458B-B4D2-CAAA66B06DD8}" destId="{41430784-5DD8-44E1-861C-A88F33595C51}" srcOrd="0" destOrd="0" presId="urn:microsoft.com/office/officeart/2005/8/layout/venn2"/>
    <dgm:cxn modelId="{CDA1D745-8238-4361-A8B7-2647253340FC}" srcId="{69298A39-6425-446F-82C0-5931758C80D5}" destId="{8C791C89-E4C0-458B-B4D2-CAAA66B06DD8}" srcOrd="1" destOrd="0" parTransId="{E8D51F8D-8368-49A0-8D1E-6CC20495D997}" sibTransId="{8E561FE5-6621-4221-9491-B7E25CEBEF3B}"/>
    <dgm:cxn modelId="{882F0155-D917-45DD-951B-3EA977D6C23A}" srcId="{69298A39-6425-446F-82C0-5931758C80D5}" destId="{F0003CBB-0889-4A0D-90F9-38A70E0D76E7}" srcOrd="3" destOrd="0" parTransId="{F116BCC0-E323-441B-BBBE-DF16F8CE992A}" sibTransId="{3CA03084-DCD7-49EF-AA98-2D7FE483671B}"/>
    <dgm:cxn modelId="{C49C378C-8F71-4678-B84B-933B955462CF}" srcId="{69298A39-6425-446F-82C0-5931758C80D5}" destId="{71308CF7-7AE3-4463-A651-4ED273894AC6}" srcOrd="0" destOrd="0" parTransId="{96826E1B-917E-40CE-A094-E63B3B7245D9}" sibTransId="{3856D78D-110B-4DB4-B549-C46A3DA15671}"/>
    <dgm:cxn modelId="{F142D296-7EF3-48AF-8533-6A8074644FE0}" type="presOf" srcId="{F0003CBB-0889-4A0D-90F9-38A70E0D76E7}" destId="{C8B69F0C-BBE1-4D94-A2B9-568329BAF43C}" srcOrd="1" destOrd="0" presId="urn:microsoft.com/office/officeart/2005/8/layout/venn2"/>
    <dgm:cxn modelId="{C182DEA5-5B73-4174-A213-04F68F54D0B6}" type="presOf" srcId="{71308CF7-7AE3-4463-A651-4ED273894AC6}" destId="{16CC88B6-FE0F-404D-BCAC-C9E3416EDA78}" srcOrd="0" destOrd="0" presId="urn:microsoft.com/office/officeart/2005/8/layout/venn2"/>
    <dgm:cxn modelId="{A342FAA6-DCD6-4BDA-91B8-506D46AA62B9}" type="presOf" srcId="{69298A39-6425-446F-82C0-5931758C80D5}" destId="{932A6E22-EEC1-49BB-9FF1-E24BDED6BE60}" srcOrd="0" destOrd="0" presId="urn:microsoft.com/office/officeart/2005/8/layout/venn2"/>
    <dgm:cxn modelId="{30E2E1B6-EC64-48FF-8E0E-432B983A18AC}" type="presOf" srcId="{6F436EEA-0F9A-478E-82CB-9C7A2C35B252}" destId="{E171D338-5DD8-4AC9-B412-BD572266E4C0}" srcOrd="1" destOrd="0" presId="urn:microsoft.com/office/officeart/2005/8/layout/venn2"/>
    <dgm:cxn modelId="{8915F9D0-110C-44CD-A5E6-A1D1F03886EC}" type="presOf" srcId="{8C791C89-E4C0-458B-B4D2-CAAA66B06DD8}" destId="{175B4580-915D-4EFB-8272-05182FE80842}" srcOrd="1" destOrd="0" presId="urn:microsoft.com/office/officeart/2005/8/layout/venn2"/>
    <dgm:cxn modelId="{657DC4F3-1DE9-463C-84D7-F12E8F7C221D}" srcId="{69298A39-6425-446F-82C0-5931758C80D5}" destId="{6F436EEA-0F9A-478E-82CB-9C7A2C35B252}" srcOrd="2" destOrd="0" parTransId="{CE1FD44B-D280-4EDF-A392-298C2D81898D}" sibTransId="{64F17AE7-3BCC-49F6-AD27-29C8C7C16BCC}"/>
    <dgm:cxn modelId="{4C7495E5-568C-4FB1-A3DA-132FB9734C9F}" type="presParOf" srcId="{932A6E22-EEC1-49BB-9FF1-E24BDED6BE60}" destId="{F05E55E7-85C5-47B5-870F-AE87BBECE41A}" srcOrd="0" destOrd="0" presId="urn:microsoft.com/office/officeart/2005/8/layout/venn2"/>
    <dgm:cxn modelId="{60884697-5000-477F-8079-7442457C27C3}" type="presParOf" srcId="{F05E55E7-85C5-47B5-870F-AE87BBECE41A}" destId="{16CC88B6-FE0F-404D-BCAC-C9E3416EDA78}" srcOrd="0" destOrd="0" presId="urn:microsoft.com/office/officeart/2005/8/layout/venn2"/>
    <dgm:cxn modelId="{00690D72-3C32-4611-A2D3-A99D8AD3C7AE}" type="presParOf" srcId="{F05E55E7-85C5-47B5-870F-AE87BBECE41A}" destId="{F67AA101-CCCC-4E1D-AB33-7EBE851B0C88}" srcOrd="1" destOrd="0" presId="urn:microsoft.com/office/officeart/2005/8/layout/venn2"/>
    <dgm:cxn modelId="{0142C984-0567-4837-B6B7-CCBB8191BBCE}" type="presParOf" srcId="{932A6E22-EEC1-49BB-9FF1-E24BDED6BE60}" destId="{3B51575D-5E9A-42C5-9810-030AFF3ACEBA}" srcOrd="1" destOrd="0" presId="urn:microsoft.com/office/officeart/2005/8/layout/venn2"/>
    <dgm:cxn modelId="{83DF3E96-5E50-4363-89A4-558A12FE44E0}" type="presParOf" srcId="{3B51575D-5E9A-42C5-9810-030AFF3ACEBA}" destId="{41430784-5DD8-44E1-861C-A88F33595C51}" srcOrd="0" destOrd="0" presId="urn:microsoft.com/office/officeart/2005/8/layout/venn2"/>
    <dgm:cxn modelId="{9D6432E4-1029-4C9E-8197-3EEA6437BF3E}" type="presParOf" srcId="{3B51575D-5E9A-42C5-9810-030AFF3ACEBA}" destId="{175B4580-915D-4EFB-8272-05182FE80842}" srcOrd="1" destOrd="0" presId="urn:microsoft.com/office/officeart/2005/8/layout/venn2"/>
    <dgm:cxn modelId="{0EB385DC-7E54-45AC-A17B-2592D261C331}" type="presParOf" srcId="{932A6E22-EEC1-49BB-9FF1-E24BDED6BE60}" destId="{305486D3-818B-43DE-B29B-BE9F9A6D8FC0}" srcOrd="2" destOrd="0" presId="urn:microsoft.com/office/officeart/2005/8/layout/venn2"/>
    <dgm:cxn modelId="{B541B07B-253C-46AF-A86D-C6AFE882A17B}" type="presParOf" srcId="{305486D3-818B-43DE-B29B-BE9F9A6D8FC0}" destId="{09EAF538-6D59-4325-88B5-8BFC775C5644}" srcOrd="0" destOrd="0" presId="urn:microsoft.com/office/officeart/2005/8/layout/venn2"/>
    <dgm:cxn modelId="{5B40EF7D-D7B0-48F4-AD9E-D5AB50292FC6}" type="presParOf" srcId="{305486D3-818B-43DE-B29B-BE9F9A6D8FC0}" destId="{E171D338-5DD8-4AC9-B412-BD572266E4C0}" srcOrd="1" destOrd="0" presId="urn:microsoft.com/office/officeart/2005/8/layout/venn2"/>
    <dgm:cxn modelId="{141FE39F-BEC6-4B86-92AA-57CC6AFBCD53}" type="presParOf" srcId="{932A6E22-EEC1-49BB-9FF1-E24BDED6BE60}" destId="{9BABCF16-6867-4D77-866F-62BAE9E8619F}" srcOrd="3" destOrd="0" presId="urn:microsoft.com/office/officeart/2005/8/layout/venn2"/>
    <dgm:cxn modelId="{EC83F4DA-62E5-4E12-A8A4-7274981F6396}" type="presParOf" srcId="{9BABCF16-6867-4D77-866F-62BAE9E8619F}" destId="{950B5FEC-B1C5-4309-9CA6-C39015E078CC}" srcOrd="0" destOrd="0" presId="urn:microsoft.com/office/officeart/2005/8/layout/venn2"/>
    <dgm:cxn modelId="{71DF118C-7E95-4BF6-9726-AB00D443F0E7}" type="presParOf" srcId="{9BABCF16-6867-4D77-866F-62BAE9E8619F}" destId="{C8B69F0C-BBE1-4D94-A2B9-568329BAF43C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ADC9070-EF2C-4E4A-8630-4444301DED44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838E09-13CD-4A10-9588-1B2FF9B62058}">
      <dgm:prSet phldrT="[Text]" custT="1"/>
      <dgm:spPr/>
      <dgm:t>
        <a:bodyPr/>
        <a:lstStyle/>
        <a:p>
          <a:r>
            <a:rPr lang="en-US" sz="3200" dirty="0"/>
            <a:t>Surface level pattern recognition is </a:t>
          </a:r>
          <a:r>
            <a:rPr lang="en-US" sz="3200" u="sng" dirty="0"/>
            <a:t>not AI</a:t>
          </a:r>
        </a:p>
      </dgm:t>
    </dgm:pt>
    <dgm:pt modelId="{56DB5A53-D78B-4058-AF81-52D88BFBE90E}" type="parTrans" cxnId="{12D99B32-B948-4935-86C9-C43F096C3E7A}">
      <dgm:prSet/>
      <dgm:spPr/>
      <dgm:t>
        <a:bodyPr/>
        <a:lstStyle/>
        <a:p>
          <a:endParaRPr lang="en-US"/>
        </a:p>
      </dgm:t>
    </dgm:pt>
    <dgm:pt modelId="{6F23C273-41C8-4553-B1F6-C863B7B571DD}" type="sibTrans" cxnId="{12D99B32-B948-4935-86C9-C43F096C3E7A}">
      <dgm:prSet/>
      <dgm:spPr/>
      <dgm:t>
        <a:bodyPr/>
        <a:lstStyle/>
        <a:p>
          <a:endParaRPr lang="en-US"/>
        </a:p>
      </dgm:t>
    </dgm:pt>
    <dgm:pt modelId="{07E9C721-5684-47A7-B039-C72DA092C6AC}">
      <dgm:prSet phldrT="[Text]" custT="1"/>
      <dgm:spPr/>
      <dgm:t>
        <a:bodyPr/>
        <a:lstStyle/>
        <a:p>
          <a:r>
            <a:rPr lang="en-US" sz="1800" dirty="0"/>
            <a:t>Hierarchical systems have ‘single point of failure’, and are non-optimal</a:t>
          </a:r>
        </a:p>
      </dgm:t>
    </dgm:pt>
    <dgm:pt modelId="{3DFF430C-EBE2-4D6B-BFD8-F9EB6CB29602}" type="parTrans" cxnId="{C8FC13DB-29A8-4986-A57B-6BFE0EE2A043}">
      <dgm:prSet/>
      <dgm:spPr/>
      <dgm:t>
        <a:bodyPr/>
        <a:lstStyle/>
        <a:p>
          <a:endParaRPr lang="en-US"/>
        </a:p>
      </dgm:t>
    </dgm:pt>
    <dgm:pt modelId="{40387F21-CCAB-4FE6-97B8-FF6C1FFE027E}" type="sibTrans" cxnId="{C8FC13DB-29A8-4986-A57B-6BFE0EE2A043}">
      <dgm:prSet/>
      <dgm:spPr/>
      <dgm:t>
        <a:bodyPr/>
        <a:lstStyle/>
        <a:p>
          <a:endParaRPr lang="en-US"/>
        </a:p>
      </dgm:t>
    </dgm:pt>
    <dgm:pt modelId="{A4A6DC13-9D9E-43CD-9BB6-12AF57FE424D}">
      <dgm:prSet custT="1"/>
      <dgm:spPr/>
      <dgm:t>
        <a:bodyPr/>
        <a:lstStyle/>
        <a:p>
          <a:r>
            <a:rPr lang="en-US" sz="2000" dirty="0"/>
            <a:t>Emotions are intrinsic and deterministic</a:t>
          </a:r>
        </a:p>
      </dgm:t>
    </dgm:pt>
    <dgm:pt modelId="{29E3FA2C-6D57-46C9-A755-5BEC00CA2AF1}" type="parTrans" cxnId="{A743058E-68A7-4E93-A340-35DA666F2876}">
      <dgm:prSet/>
      <dgm:spPr/>
      <dgm:t>
        <a:bodyPr/>
        <a:lstStyle/>
        <a:p>
          <a:endParaRPr lang="en-US"/>
        </a:p>
      </dgm:t>
    </dgm:pt>
    <dgm:pt modelId="{F89B9AC4-F425-46FC-814C-0A0500C2CD1F}" type="sibTrans" cxnId="{A743058E-68A7-4E93-A340-35DA666F2876}">
      <dgm:prSet/>
      <dgm:spPr/>
      <dgm:t>
        <a:bodyPr/>
        <a:lstStyle/>
        <a:p>
          <a:endParaRPr lang="en-US"/>
        </a:p>
      </dgm:t>
    </dgm:pt>
    <dgm:pt modelId="{92185681-D9F3-44F6-B55E-37C9BA5E94C9}">
      <dgm:prSet phldrT="[Text]" custT="1"/>
      <dgm:spPr/>
      <dgm:t>
        <a:bodyPr/>
        <a:lstStyle/>
        <a:p>
          <a:r>
            <a:rPr lang="en-US" sz="2000" dirty="0"/>
            <a:t>Agents don’t ‘retain’ learning or memory</a:t>
          </a:r>
        </a:p>
      </dgm:t>
    </dgm:pt>
    <dgm:pt modelId="{7486CFF9-BCF3-490A-BB8B-914A68464BB4}" type="parTrans" cxnId="{BEF08007-A0BC-406A-B321-40F8EB59FD67}">
      <dgm:prSet/>
      <dgm:spPr/>
      <dgm:t>
        <a:bodyPr/>
        <a:lstStyle/>
        <a:p>
          <a:endParaRPr lang="en-US"/>
        </a:p>
      </dgm:t>
    </dgm:pt>
    <dgm:pt modelId="{FDD7BDA4-4F80-47F2-BD41-E1EE4F269C3A}" type="sibTrans" cxnId="{BEF08007-A0BC-406A-B321-40F8EB59FD67}">
      <dgm:prSet/>
      <dgm:spPr/>
      <dgm:t>
        <a:bodyPr/>
        <a:lstStyle/>
        <a:p>
          <a:endParaRPr lang="en-US"/>
        </a:p>
      </dgm:t>
    </dgm:pt>
    <dgm:pt modelId="{7E476C79-8FAE-458D-B5FD-623FD02F679D}">
      <dgm:prSet phldrT="[Text]" custT="1"/>
      <dgm:spPr/>
      <dgm:t>
        <a:bodyPr/>
        <a:lstStyle/>
        <a:p>
          <a:r>
            <a:rPr lang="en-US" sz="2000" dirty="0"/>
            <a:t>Binary reward-penalty, win-lose is naïve and narrow</a:t>
          </a:r>
        </a:p>
      </dgm:t>
    </dgm:pt>
    <dgm:pt modelId="{E036C824-0AC7-4814-9B3A-C234D21C727E}" type="parTrans" cxnId="{E8560AF2-086C-4883-A419-31295BEFD885}">
      <dgm:prSet/>
      <dgm:spPr/>
      <dgm:t>
        <a:bodyPr/>
        <a:lstStyle/>
        <a:p>
          <a:endParaRPr lang="en-US"/>
        </a:p>
      </dgm:t>
    </dgm:pt>
    <dgm:pt modelId="{E0D4A232-EF92-4E91-80AF-307CFB37784D}" type="sibTrans" cxnId="{E8560AF2-086C-4883-A419-31295BEFD885}">
      <dgm:prSet/>
      <dgm:spPr/>
      <dgm:t>
        <a:bodyPr/>
        <a:lstStyle/>
        <a:p>
          <a:endParaRPr lang="en-US"/>
        </a:p>
      </dgm:t>
    </dgm:pt>
    <dgm:pt modelId="{6A1988CF-6F7F-4C90-B3A1-8787746CA14F}" type="pres">
      <dgm:prSet presAssocID="{EADC9070-EF2C-4E4A-8630-4444301DED44}" presName="composite" presStyleCnt="0">
        <dgm:presLayoutVars>
          <dgm:chMax val="1"/>
          <dgm:dir/>
          <dgm:resizeHandles val="exact"/>
        </dgm:presLayoutVars>
      </dgm:prSet>
      <dgm:spPr/>
    </dgm:pt>
    <dgm:pt modelId="{CD446F5E-630D-4804-B09E-81E8058F92D4}" type="pres">
      <dgm:prSet presAssocID="{A4838E09-13CD-4A10-9588-1B2FF9B62058}" presName="roof" presStyleLbl="dkBgShp" presStyleIdx="0" presStyleCnt="2"/>
      <dgm:spPr/>
    </dgm:pt>
    <dgm:pt modelId="{520C48AD-FB37-4410-8883-B8C58696D321}" type="pres">
      <dgm:prSet presAssocID="{A4838E09-13CD-4A10-9588-1B2FF9B62058}" presName="pillars" presStyleCnt="0"/>
      <dgm:spPr/>
    </dgm:pt>
    <dgm:pt modelId="{C4928EC4-7085-4E2F-A967-396395A0AFC7}" type="pres">
      <dgm:prSet presAssocID="{A4838E09-13CD-4A10-9588-1B2FF9B62058}" presName="pillar1" presStyleLbl="node1" presStyleIdx="0" presStyleCnt="4">
        <dgm:presLayoutVars>
          <dgm:bulletEnabled val="1"/>
        </dgm:presLayoutVars>
      </dgm:prSet>
      <dgm:spPr/>
    </dgm:pt>
    <dgm:pt modelId="{187F4FDD-EAE4-4011-8B0B-C8D3953490ED}" type="pres">
      <dgm:prSet presAssocID="{92185681-D9F3-44F6-B55E-37C9BA5E94C9}" presName="pillarX" presStyleLbl="node1" presStyleIdx="1" presStyleCnt="4">
        <dgm:presLayoutVars>
          <dgm:bulletEnabled val="1"/>
        </dgm:presLayoutVars>
      </dgm:prSet>
      <dgm:spPr/>
    </dgm:pt>
    <dgm:pt modelId="{82400CD7-5D3B-49C6-9BA4-D3E597BEE4F9}" type="pres">
      <dgm:prSet presAssocID="{7E476C79-8FAE-458D-B5FD-623FD02F679D}" presName="pillarX" presStyleLbl="node1" presStyleIdx="2" presStyleCnt="4">
        <dgm:presLayoutVars>
          <dgm:bulletEnabled val="1"/>
        </dgm:presLayoutVars>
      </dgm:prSet>
      <dgm:spPr/>
    </dgm:pt>
    <dgm:pt modelId="{21EABFEC-51D5-415B-8F0F-7458E479392E}" type="pres">
      <dgm:prSet presAssocID="{A4A6DC13-9D9E-43CD-9BB6-12AF57FE424D}" presName="pillarX" presStyleLbl="node1" presStyleIdx="3" presStyleCnt="4">
        <dgm:presLayoutVars>
          <dgm:bulletEnabled val="1"/>
        </dgm:presLayoutVars>
      </dgm:prSet>
      <dgm:spPr/>
    </dgm:pt>
    <dgm:pt modelId="{801AD73B-D4BD-4296-AA83-1DB37FD852BC}" type="pres">
      <dgm:prSet presAssocID="{A4838E09-13CD-4A10-9588-1B2FF9B62058}" presName="base" presStyleLbl="dkBgShp" presStyleIdx="1" presStyleCnt="2"/>
      <dgm:spPr/>
    </dgm:pt>
  </dgm:ptLst>
  <dgm:cxnLst>
    <dgm:cxn modelId="{BEF08007-A0BC-406A-B321-40F8EB59FD67}" srcId="{A4838E09-13CD-4A10-9588-1B2FF9B62058}" destId="{92185681-D9F3-44F6-B55E-37C9BA5E94C9}" srcOrd="1" destOrd="0" parTransId="{7486CFF9-BCF3-490A-BB8B-914A68464BB4}" sibTransId="{FDD7BDA4-4F80-47F2-BD41-E1EE4F269C3A}"/>
    <dgm:cxn modelId="{12D99B32-B948-4935-86C9-C43F096C3E7A}" srcId="{EADC9070-EF2C-4E4A-8630-4444301DED44}" destId="{A4838E09-13CD-4A10-9588-1B2FF9B62058}" srcOrd="0" destOrd="0" parTransId="{56DB5A53-D78B-4058-AF81-52D88BFBE90E}" sibTransId="{6F23C273-41C8-4553-B1F6-C863B7B571DD}"/>
    <dgm:cxn modelId="{20F8DF55-A8D7-4972-8DAF-FA68318DA497}" type="presOf" srcId="{7E476C79-8FAE-458D-B5FD-623FD02F679D}" destId="{82400CD7-5D3B-49C6-9BA4-D3E597BEE4F9}" srcOrd="0" destOrd="0" presId="urn:microsoft.com/office/officeart/2005/8/layout/hList3"/>
    <dgm:cxn modelId="{A743058E-68A7-4E93-A340-35DA666F2876}" srcId="{A4838E09-13CD-4A10-9588-1B2FF9B62058}" destId="{A4A6DC13-9D9E-43CD-9BB6-12AF57FE424D}" srcOrd="3" destOrd="0" parTransId="{29E3FA2C-6D57-46C9-A755-5BEC00CA2AF1}" sibTransId="{F89B9AC4-F425-46FC-814C-0A0500C2CD1F}"/>
    <dgm:cxn modelId="{8188BA94-B77C-420E-A127-E564AC4C3C95}" type="presOf" srcId="{07E9C721-5684-47A7-B039-C72DA092C6AC}" destId="{C4928EC4-7085-4E2F-A967-396395A0AFC7}" srcOrd="0" destOrd="0" presId="urn:microsoft.com/office/officeart/2005/8/layout/hList3"/>
    <dgm:cxn modelId="{814C5ABF-3D45-404D-992A-818C279E4BB8}" type="presOf" srcId="{EADC9070-EF2C-4E4A-8630-4444301DED44}" destId="{6A1988CF-6F7F-4C90-B3A1-8787746CA14F}" srcOrd="0" destOrd="0" presId="urn:microsoft.com/office/officeart/2005/8/layout/hList3"/>
    <dgm:cxn modelId="{1318C4CC-EB6A-44F0-AEE4-C977E52E574C}" type="presOf" srcId="{A4838E09-13CD-4A10-9588-1B2FF9B62058}" destId="{CD446F5E-630D-4804-B09E-81E8058F92D4}" srcOrd="0" destOrd="0" presId="urn:microsoft.com/office/officeart/2005/8/layout/hList3"/>
    <dgm:cxn modelId="{42CB96D2-9FCA-4CB6-83D3-3A9D74A4E165}" type="presOf" srcId="{A4A6DC13-9D9E-43CD-9BB6-12AF57FE424D}" destId="{21EABFEC-51D5-415B-8F0F-7458E479392E}" srcOrd="0" destOrd="0" presId="urn:microsoft.com/office/officeart/2005/8/layout/hList3"/>
    <dgm:cxn modelId="{5BAF62D3-5A22-4CB2-9671-21CBC88BA60B}" type="presOf" srcId="{92185681-D9F3-44F6-B55E-37C9BA5E94C9}" destId="{187F4FDD-EAE4-4011-8B0B-C8D3953490ED}" srcOrd="0" destOrd="0" presId="urn:microsoft.com/office/officeart/2005/8/layout/hList3"/>
    <dgm:cxn modelId="{C8FC13DB-29A8-4986-A57B-6BFE0EE2A043}" srcId="{A4838E09-13CD-4A10-9588-1B2FF9B62058}" destId="{07E9C721-5684-47A7-B039-C72DA092C6AC}" srcOrd="0" destOrd="0" parTransId="{3DFF430C-EBE2-4D6B-BFD8-F9EB6CB29602}" sibTransId="{40387F21-CCAB-4FE6-97B8-FF6C1FFE027E}"/>
    <dgm:cxn modelId="{E8560AF2-086C-4883-A419-31295BEFD885}" srcId="{A4838E09-13CD-4A10-9588-1B2FF9B62058}" destId="{7E476C79-8FAE-458D-B5FD-623FD02F679D}" srcOrd="2" destOrd="0" parTransId="{E036C824-0AC7-4814-9B3A-C234D21C727E}" sibTransId="{E0D4A232-EF92-4E91-80AF-307CFB37784D}"/>
    <dgm:cxn modelId="{8B0DD9AF-F439-4661-8630-14D1081705FE}" type="presParOf" srcId="{6A1988CF-6F7F-4C90-B3A1-8787746CA14F}" destId="{CD446F5E-630D-4804-B09E-81E8058F92D4}" srcOrd="0" destOrd="0" presId="urn:microsoft.com/office/officeart/2005/8/layout/hList3"/>
    <dgm:cxn modelId="{611DF6F2-D812-42A5-BBAE-2F7C87EF3D2A}" type="presParOf" srcId="{6A1988CF-6F7F-4C90-B3A1-8787746CA14F}" destId="{520C48AD-FB37-4410-8883-B8C58696D321}" srcOrd="1" destOrd="0" presId="urn:microsoft.com/office/officeart/2005/8/layout/hList3"/>
    <dgm:cxn modelId="{E44F6F06-FF47-4A16-A9D4-B31DB86C6DB0}" type="presParOf" srcId="{520C48AD-FB37-4410-8883-B8C58696D321}" destId="{C4928EC4-7085-4E2F-A967-396395A0AFC7}" srcOrd="0" destOrd="0" presId="urn:microsoft.com/office/officeart/2005/8/layout/hList3"/>
    <dgm:cxn modelId="{78EC30F4-4F50-4B3A-90DF-F08024F1C9A7}" type="presParOf" srcId="{520C48AD-FB37-4410-8883-B8C58696D321}" destId="{187F4FDD-EAE4-4011-8B0B-C8D3953490ED}" srcOrd="1" destOrd="0" presId="urn:microsoft.com/office/officeart/2005/8/layout/hList3"/>
    <dgm:cxn modelId="{63E737AC-C105-4524-831F-0383482CEC09}" type="presParOf" srcId="{520C48AD-FB37-4410-8883-B8C58696D321}" destId="{82400CD7-5D3B-49C6-9BA4-D3E597BEE4F9}" srcOrd="2" destOrd="0" presId="urn:microsoft.com/office/officeart/2005/8/layout/hList3"/>
    <dgm:cxn modelId="{6E32C74B-CAB8-4DFE-9852-406B67D391CA}" type="presParOf" srcId="{520C48AD-FB37-4410-8883-B8C58696D321}" destId="{21EABFEC-51D5-415B-8F0F-7458E479392E}" srcOrd="3" destOrd="0" presId="urn:microsoft.com/office/officeart/2005/8/layout/hList3"/>
    <dgm:cxn modelId="{15122370-2DFF-4F18-9D9A-9F389964D1DB}" type="presParOf" srcId="{6A1988CF-6F7F-4C90-B3A1-8787746CA14F}" destId="{801AD73B-D4BD-4296-AA83-1DB37FD852BC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CAC2DE-F2B1-4E15-B08F-3DE250E13E69}">
      <dsp:nvSpPr>
        <dsp:cNvPr id="0" name=""/>
        <dsp:cNvSpPr/>
      </dsp:nvSpPr>
      <dsp:spPr>
        <a:xfrm rot="5400000">
          <a:off x="2106654" y="545740"/>
          <a:ext cx="1383590" cy="120372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scaling</a:t>
          </a:r>
        </a:p>
      </dsp:txBody>
      <dsp:txXfrm rot="-5400000">
        <a:off x="2384167" y="671416"/>
        <a:ext cx="828563" cy="952372"/>
      </dsp:txXfrm>
    </dsp:sp>
    <dsp:sp modelId="{2709CFE9-4F5B-4D15-8189-DA5E775AD9FF}">
      <dsp:nvSpPr>
        <dsp:cNvPr id="0" name=""/>
        <dsp:cNvSpPr/>
      </dsp:nvSpPr>
      <dsp:spPr>
        <a:xfrm>
          <a:off x="3436837" y="732525"/>
          <a:ext cx="1544086" cy="830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5405AE-A27E-460C-A0D1-A6EB482B0A84}">
      <dsp:nvSpPr>
        <dsp:cNvPr id="0" name=""/>
        <dsp:cNvSpPr/>
      </dsp:nvSpPr>
      <dsp:spPr>
        <a:xfrm rot="5400000">
          <a:off x="806632" y="545740"/>
          <a:ext cx="1383590" cy="120372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exponential</a:t>
          </a:r>
        </a:p>
      </dsp:txBody>
      <dsp:txXfrm rot="-5400000">
        <a:off x="1084145" y="671416"/>
        <a:ext cx="828563" cy="952372"/>
      </dsp:txXfrm>
    </dsp:sp>
    <dsp:sp modelId="{66461B48-AB4C-4D39-B35C-E0622B7DDE9C}">
      <dsp:nvSpPr>
        <dsp:cNvPr id="0" name=""/>
        <dsp:cNvSpPr/>
      </dsp:nvSpPr>
      <dsp:spPr>
        <a:xfrm rot="5400000">
          <a:off x="1454153" y="1720131"/>
          <a:ext cx="1383590" cy="120372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LLMs</a:t>
          </a:r>
        </a:p>
      </dsp:txBody>
      <dsp:txXfrm rot="-5400000">
        <a:off x="1731666" y="1845807"/>
        <a:ext cx="828563" cy="952372"/>
      </dsp:txXfrm>
    </dsp:sp>
    <dsp:sp modelId="{388B918B-A8B9-4241-B136-F7ED64C34739}">
      <dsp:nvSpPr>
        <dsp:cNvPr id="0" name=""/>
        <dsp:cNvSpPr/>
      </dsp:nvSpPr>
      <dsp:spPr>
        <a:xfrm>
          <a:off x="0" y="1906916"/>
          <a:ext cx="1494277" cy="830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BBADFD-3B2E-4FE7-806A-C4036E226195}">
      <dsp:nvSpPr>
        <dsp:cNvPr id="0" name=""/>
        <dsp:cNvSpPr/>
      </dsp:nvSpPr>
      <dsp:spPr>
        <a:xfrm rot="5400000">
          <a:off x="2754174" y="1720131"/>
          <a:ext cx="1383590" cy="120372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reasoning</a:t>
          </a:r>
        </a:p>
      </dsp:txBody>
      <dsp:txXfrm rot="-5400000">
        <a:off x="3031687" y="1845807"/>
        <a:ext cx="828563" cy="952372"/>
      </dsp:txXfrm>
    </dsp:sp>
    <dsp:sp modelId="{792BB91A-4D2D-437F-964B-C1AAA9D72E6D}">
      <dsp:nvSpPr>
        <dsp:cNvPr id="0" name=""/>
        <dsp:cNvSpPr/>
      </dsp:nvSpPr>
      <dsp:spPr>
        <a:xfrm rot="5400000">
          <a:off x="2106654" y="2894523"/>
          <a:ext cx="1383590" cy="120372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agentic</a:t>
          </a:r>
        </a:p>
      </dsp:txBody>
      <dsp:txXfrm rot="-5400000">
        <a:off x="2384167" y="3020199"/>
        <a:ext cx="828563" cy="952372"/>
      </dsp:txXfrm>
    </dsp:sp>
    <dsp:sp modelId="{368CE07B-797D-4C2F-ABAB-6C54C75272B2}">
      <dsp:nvSpPr>
        <dsp:cNvPr id="0" name=""/>
        <dsp:cNvSpPr/>
      </dsp:nvSpPr>
      <dsp:spPr>
        <a:xfrm>
          <a:off x="3436837" y="3081307"/>
          <a:ext cx="1544086" cy="8301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663B1D-A7A5-4B82-9775-D2513EF8305E}">
      <dsp:nvSpPr>
        <dsp:cNvPr id="0" name=""/>
        <dsp:cNvSpPr/>
      </dsp:nvSpPr>
      <dsp:spPr>
        <a:xfrm rot="5400000">
          <a:off x="806632" y="2894523"/>
          <a:ext cx="1383590" cy="1203723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“intelligence”</a:t>
          </a:r>
        </a:p>
      </dsp:txBody>
      <dsp:txXfrm rot="-5400000">
        <a:off x="1084145" y="3020199"/>
        <a:ext cx="828563" cy="9523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8AA7FB-0553-4A12-9E89-FB1584E7940D}">
      <dsp:nvSpPr>
        <dsp:cNvPr id="0" name=""/>
        <dsp:cNvSpPr/>
      </dsp:nvSpPr>
      <dsp:spPr>
        <a:xfrm>
          <a:off x="898942" y="280795"/>
          <a:ext cx="3285088" cy="1140867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88BF9-6CE0-46C9-9316-0ECFFDE60C85}">
      <dsp:nvSpPr>
        <dsp:cNvPr id="0" name=""/>
        <dsp:cNvSpPr/>
      </dsp:nvSpPr>
      <dsp:spPr>
        <a:xfrm>
          <a:off x="2228257" y="3074393"/>
          <a:ext cx="636645" cy="407452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FAFEF3-D067-419A-A397-533068280BE2}">
      <dsp:nvSpPr>
        <dsp:cNvPr id="0" name=""/>
        <dsp:cNvSpPr/>
      </dsp:nvSpPr>
      <dsp:spPr>
        <a:xfrm>
          <a:off x="1018631" y="3400355"/>
          <a:ext cx="3055896" cy="7639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spc="600" dirty="0"/>
            <a:t>Attention</a:t>
          </a:r>
        </a:p>
      </dsp:txBody>
      <dsp:txXfrm>
        <a:off x="1018631" y="3400355"/>
        <a:ext cx="3055896" cy="763974"/>
      </dsp:txXfrm>
    </dsp:sp>
    <dsp:sp modelId="{B9BB79E5-0B0E-4B0F-99E2-3850539A4424}">
      <dsp:nvSpPr>
        <dsp:cNvPr id="0" name=""/>
        <dsp:cNvSpPr/>
      </dsp:nvSpPr>
      <dsp:spPr>
        <a:xfrm>
          <a:off x="2093288" y="1509774"/>
          <a:ext cx="1145961" cy="11459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Mixture-of-Experts (</a:t>
          </a:r>
          <a:r>
            <a:rPr lang="en-US" sz="1000" b="1" kern="1200" dirty="0" err="1"/>
            <a:t>MoE</a:t>
          </a:r>
          <a:r>
            <a:rPr lang="en-US" sz="1000" b="1" kern="1200" dirty="0"/>
            <a:t>)</a:t>
          </a:r>
        </a:p>
      </dsp:txBody>
      <dsp:txXfrm>
        <a:off x="2261110" y="1677596"/>
        <a:ext cx="810317" cy="810317"/>
      </dsp:txXfrm>
    </dsp:sp>
    <dsp:sp modelId="{0EB219A0-FE17-4D91-8136-24E4B6CC0820}">
      <dsp:nvSpPr>
        <dsp:cNvPr id="0" name=""/>
        <dsp:cNvSpPr/>
      </dsp:nvSpPr>
      <dsp:spPr>
        <a:xfrm>
          <a:off x="1273289" y="650049"/>
          <a:ext cx="1145961" cy="11459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Gated </a:t>
          </a:r>
          <a:r>
            <a:rPr lang="en-US" sz="1000" b="1" kern="1200" dirty="0" err="1"/>
            <a:t>DeltaNet</a:t>
          </a:r>
          <a:endParaRPr lang="en-US" sz="1000" b="1" kern="1200" dirty="0"/>
        </a:p>
      </dsp:txBody>
      <dsp:txXfrm>
        <a:off x="1441111" y="817871"/>
        <a:ext cx="810317" cy="810317"/>
      </dsp:txXfrm>
    </dsp:sp>
    <dsp:sp modelId="{21A167A6-7C17-4634-B4ED-0A5F83408D1D}">
      <dsp:nvSpPr>
        <dsp:cNvPr id="0" name=""/>
        <dsp:cNvSpPr/>
      </dsp:nvSpPr>
      <dsp:spPr>
        <a:xfrm>
          <a:off x="2444716" y="372981"/>
          <a:ext cx="1145961" cy="11459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Manifold-Constrained Hyper-Connections (</a:t>
          </a:r>
          <a:r>
            <a:rPr lang="en-US" sz="1000" b="1" kern="1200" dirty="0" err="1"/>
            <a:t>mHC</a:t>
          </a:r>
          <a:r>
            <a:rPr lang="en-US" sz="1000" b="1" kern="1200" dirty="0"/>
            <a:t>)</a:t>
          </a:r>
        </a:p>
      </dsp:txBody>
      <dsp:txXfrm>
        <a:off x="2612538" y="540803"/>
        <a:ext cx="810317" cy="810317"/>
      </dsp:txXfrm>
    </dsp:sp>
    <dsp:sp modelId="{AF663B1B-10B5-4184-B012-C585DC9A6B2F}">
      <dsp:nvSpPr>
        <dsp:cNvPr id="0" name=""/>
        <dsp:cNvSpPr/>
      </dsp:nvSpPr>
      <dsp:spPr>
        <a:xfrm>
          <a:off x="763973" y="140733"/>
          <a:ext cx="3565212" cy="2852169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C88B6-FE0F-404D-BCAC-C9E3416EDA78}">
      <dsp:nvSpPr>
        <dsp:cNvPr id="0" name=""/>
        <dsp:cNvSpPr/>
      </dsp:nvSpPr>
      <dsp:spPr>
        <a:xfrm>
          <a:off x="1256969" y="0"/>
          <a:ext cx="4836600" cy="48366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Better Rewards?</a:t>
          </a:r>
        </a:p>
      </dsp:txBody>
      <dsp:txXfrm>
        <a:off x="2999112" y="241829"/>
        <a:ext cx="1352313" cy="725490"/>
      </dsp:txXfrm>
    </dsp:sp>
    <dsp:sp modelId="{41430784-5DD8-44E1-861C-A88F33595C51}">
      <dsp:nvSpPr>
        <dsp:cNvPr id="0" name=""/>
        <dsp:cNvSpPr/>
      </dsp:nvSpPr>
      <dsp:spPr>
        <a:xfrm>
          <a:off x="1740629" y="967319"/>
          <a:ext cx="3869280" cy="38692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Collaboration?</a:t>
          </a:r>
        </a:p>
      </dsp:txBody>
      <dsp:txXfrm>
        <a:off x="2999112" y="1199476"/>
        <a:ext cx="1352313" cy="696470"/>
      </dsp:txXfrm>
    </dsp:sp>
    <dsp:sp modelId="{09EAF538-6D59-4325-88B5-8BFC775C5644}">
      <dsp:nvSpPr>
        <dsp:cNvPr id="0" name=""/>
        <dsp:cNvSpPr/>
      </dsp:nvSpPr>
      <dsp:spPr>
        <a:xfrm>
          <a:off x="2224289" y="1934639"/>
          <a:ext cx="2901960" cy="29019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Reinforcement Learning?</a:t>
          </a:r>
        </a:p>
      </dsp:txBody>
      <dsp:txXfrm>
        <a:off x="2999112" y="2152286"/>
        <a:ext cx="1352313" cy="652941"/>
      </dsp:txXfrm>
    </dsp:sp>
    <dsp:sp modelId="{950B5FEC-B1C5-4309-9CA6-C39015E078CC}">
      <dsp:nvSpPr>
        <dsp:cNvPr id="0" name=""/>
        <dsp:cNvSpPr/>
      </dsp:nvSpPr>
      <dsp:spPr>
        <a:xfrm>
          <a:off x="2707949" y="2901959"/>
          <a:ext cx="1934640" cy="193464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Better Agents?</a:t>
          </a:r>
        </a:p>
      </dsp:txBody>
      <dsp:txXfrm>
        <a:off x="2991270" y="3385619"/>
        <a:ext cx="1367997" cy="9673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446F5E-630D-4804-B09E-81E8058F92D4}">
      <dsp:nvSpPr>
        <dsp:cNvPr id="0" name=""/>
        <dsp:cNvSpPr/>
      </dsp:nvSpPr>
      <dsp:spPr>
        <a:xfrm>
          <a:off x="0" y="0"/>
          <a:ext cx="8128000" cy="140426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Surface level pattern recognition is </a:t>
          </a:r>
          <a:r>
            <a:rPr lang="en-US" sz="3200" u="sng" kern="1200" dirty="0"/>
            <a:t>not AI</a:t>
          </a:r>
        </a:p>
      </dsp:txBody>
      <dsp:txXfrm>
        <a:off x="0" y="0"/>
        <a:ext cx="8128000" cy="1404269"/>
      </dsp:txXfrm>
    </dsp:sp>
    <dsp:sp modelId="{C4928EC4-7085-4E2F-A967-396395A0AFC7}">
      <dsp:nvSpPr>
        <dsp:cNvPr id="0" name=""/>
        <dsp:cNvSpPr/>
      </dsp:nvSpPr>
      <dsp:spPr>
        <a:xfrm>
          <a:off x="0" y="1404269"/>
          <a:ext cx="2032000" cy="29489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Hierarchical systems have ‘single point of failure’, and are non-optimal</a:t>
          </a:r>
        </a:p>
      </dsp:txBody>
      <dsp:txXfrm>
        <a:off x="0" y="1404269"/>
        <a:ext cx="2032000" cy="2948965"/>
      </dsp:txXfrm>
    </dsp:sp>
    <dsp:sp modelId="{187F4FDD-EAE4-4011-8B0B-C8D3953490ED}">
      <dsp:nvSpPr>
        <dsp:cNvPr id="0" name=""/>
        <dsp:cNvSpPr/>
      </dsp:nvSpPr>
      <dsp:spPr>
        <a:xfrm>
          <a:off x="2032000" y="1404269"/>
          <a:ext cx="2032000" cy="29489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Agents don’t ‘retain’ learning or memory</a:t>
          </a:r>
        </a:p>
      </dsp:txBody>
      <dsp:txXfrm>
        <a:off x="2032000" y="1404269"/>
        <a:ext cx="2032000" cy="2948965"/>
      </dsp:txXfrm>
    </dsp:sp>
    <dsp:sp modelId="{82400CD7-5D3B-49C6-9BA4-D3E597BEE4F9}">
      <dsp:nvSpPr>
        <dsp:cNvPr id="0" name=""/>
        <dsp:cNvSpPr/>
      </dsp:nvSpPr>
      <dsp:spPr>
        <a:xfrm>
          <a:off x="4064000" y="1404269"/>
          <a:ext cx="2032000" cy="29489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Binary reward-penalty, win-lose is naïve and narrow</a:t>
          </a:r>
        </a:p>
      </dsp:txBody>
      <dsp:txXfrm>
        <a:off x="4064000" y="1404269"/>
        <a:ext cx="2032000" cy="2948965"/>
      </dsp:txXfrm>
    </dsp:sp>
    <dsp:sp modelId="{21EABFEC-51D5-415B-8F0F-7458E479392E}">
      <dsp:nvSpPr>
        <dsp:cNvPr id="0" name=""/>
        <dsp:cNvSpPr/>
      </dsp:nvSpPr>
      <dsp:spPr>
        <a:xfrm>
          <a:off x="6095999" y="1404269"/>
          <a:ext cx="2032000" cy="29489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Emotions are intrinsic and deterministic</a:t>
          </a:r>
        </a:p>
      </dsp:txBody>
      <dsp:txXfrm>
        <a:off x="6095999" y="1404269"/>
        <a:ext cx="2032000" cy="2948965"/>
      </dsp:txXfrm>
    </dsp:sp>
    <dsp:sp modelId="{801AD73B-D4BD-4296-AA83-1DB37FD852BC}">
      <dsp:nvSpPr>
        <dsp:cNvPr id="0" name=""/>
        <dsp:cNvSpPr/>
      </dsp:nvSpPr>
      <dsp:spPr>
        <a:xfrm>
          <a:off x="0" y="4353234"/>
          <a:ext cx="8128000" cy="32766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6E351-5889-4606-851F-9CE32354911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9A697-E2F0-4093-9634-3E22EDA0B5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19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single point of failure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A697-E2F0-4093-9634-3E22EDA0B5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99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813A-9329-426C-8047-01C1395FFE36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8ED8-9146-4BE6-B540-8347B7D3438C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3B9B1-624C-4443-9E49-4AE5E8C13226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5804C-B05D-4C85-95DC-ACD6E58FC5CF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878C0-F05B-4E10-BEA1-D8C122382F74}" type="datetime1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E8022-ABBB-4C19-AC05-69F05BDFBB5D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303E2-840D-4389-90AF-4B66070F5592}" type="datetime1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37C5A-9E50-49CC-95CE-AA003F394609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E9019-D333-4149-8780-C872D9CA9A8F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D8753-E8D8-4E4B-8EC0-E06A258A09C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AC97C-B3CE-4D72-BCA1-C99A1B0D10C7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5E7E88-3F9E-4598-A06E-B6F43CDC37BA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494"/>
            <a:ext cx="12197675" cy="25606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>
                <a:ea typeface="+mj-lt"/>
                <a:cs typeface="+mj-lt"/>
              </a:rPr>
              <a:t>Appraisal-Based Intrinsic Reward Functions for Multi-Agent Reinforcement Learning (MARL)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" y="2530667"/>
            <a:ext cx="12185542" cy="40513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ts val="0"/>
              </a:spcBef>
            </a:pPr>
            <a:r>
              <a:rPr lang="en-US" b="1" dirty="0">
                <a:latin typeface="Calibri"/>
                <a:ea typeface="Calibri"/>
                <a:cs typeface="Calibri"/>
              </a:rPr>
              <a:t>A Proposal by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</a:rPr>
              <a:t>Himon Thakur</a:t>
            </a:r>
          </a:p>
          <a:p>
            <a:pPr>
              <a:spcBef>
                <a:spcPts val="0"/>
              </a:spcBef>
            </a:pPr>
            <a:endParaRPr lang="en-US" dirty="0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 dirty="0">
                <a:latin typeface="Calibri"/>
                <a:ea typeface="Calibri"/>
                <a:cs typeface="Calibri"/>
              </a:rPr>
              <a:t>As Part of Class Project for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</a:rPr>
              <a:t>CS 5080: Reinforcement Learning – Spring 2026</a:t>
            </a:r>
            <a:endParaRPr lang="en-US" dirty="0"/>
          </a:p>
          <a:p>
            <a:pPr>
              <a:spcBef>
                <a:spcPts val="0"/>
              </a:spcBef>
            </a:pPr>
            <a:endParaRPr lang="en-US" dirty="0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 dirty="0">
                <a:latin typeface="Calibri"/>
                <a:ea typeface="Calibri"/>
                <a:cs typeface="Calibri"/>
              </a:rPr>
              <a:t>Instructor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</a:rPr>
              <a:t>Dr. Jugal Kalita</a:t>
            </a:r>
          </a:p>
          <a:p>
            <a:pPr>
              <a:spcBef>
                <a:spcPts val="0"/>
              </a:spcBef>
            </a:pPr>
            <a:endParaRPr lang="en-US" b="1" dirty="0">
              <a:latin typeface="Calibri"/>
              <a:ea typeface="Calibri"/>
              <a:cs typeface="Calibri"/>
            </a:endParaRPr>
          </a:p>
          <a:p>
            <a:pPr>
              <a:spcBef>
                <a:spcPts val="0"/>
              </a:spcBef>
            </a:pPr>
            <a:r>
              <a:rPr lang="en-US" b="1" dirty="0">
                <a:latin typeface="Calibri"/>
                <a:ea typeface="Calibri"/>
                <a:cs typeface="Calibri"/>
              </a:rPr>
              <a:t>Date of Presentation</a:t>
            </a:r>
          </a:p>
          <a:p>
            <a:pPr>
              <a:spcBef>
                <a:spcPts val="0"/>
              </a:spcBef>
            </a:pPr>
            <a:r>
              <a:rPr lang="en-US" dirty="0">
                <a:latin typeface="Calibri"/>
                <a:ea typeface="Calibri"/>
                <a:cs typeface="Calibri"/>
              </a:rPr>
              <a:t>Feb 19, 2026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3017D99-3D2A-E0CE-054E-E32FE8E968E6}"/>
              </a:ext>
            </a:extLst>
          </p:cNvPr>
          <p:cNvSpPr txBox="1"/>
          <p:nvPr/>
        </p:nvSpPr>
        <p:spPr>
          <a:xfrm>
            <a:off x="0" y="6581989"/>
            <a:ext cx="12191998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CC BY-NC-SA 4.0;</a:t>
            </a:r>
            <a:r>
              <a:rPr lang="en-US" sz="1200" dirty="0">
                <a:solidFill>
                  <a:srgbClr val="767676"/>
                </a:solidFill>
                <a:latin typeface="Aptos Display"/>
                <a:ea typeface="Calibri"/>
                <a:cs typeface="Calibri"/>
              </a:rPr>
              <a:t> Himon Thakur, hthakur@uccs.edu;</a:t>
            </a:r>
            <a:endParaRPr lang="en-US" sz="1200" dirty="0">
              <a:latin typeface="Aptos Display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86A-DB79-C2E9-C26B-F79D3B665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2C93E37-54B6-686F-6F31-36731BF66F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1476756"/>
              </p:ext>
            </p:extLst>
          </p:nvPr>
        </p:nvGraphicFramePr>
        <p:xfrm>
          <a:off x="838200" y="1825625"/>
          <a:ext cx="10515600" cy="4364789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691809">
                  <a:extLst>
                    <a:ext uri="{9D8B030D-6E8A-4147-A177-3AD203B41FA5}">
                      <a16:colId xmlns:a16="http://schemas.microsoft.com/office/drawing/2014/main" val="2207654127"/>
                    </a:ext>
                  </a:extLst>
                </a:gridCol>
                <a:gridCol w="7823791">
                  <a:extLst>
                    <a:ext uri="{9D8B030D-6E8A-4147-A177-3AD203B41FA5}">
                      <a16:colId xmlns:a16="http://schemas.microsoft.com/office/drawing/2014/main" val="2969107108"/>
                    </a:ext>
                  </a:extLst>
                </a:gridCol>
              </a:tblGrid>
              <a:tr h="1164389">
                <a:tc>
                  <a:txBody>
                    <a:bodyPr/>
                    <a:lstStyle/>
                    <a:p>
                      <a:pPr algn="ctr"/>
                      <a:r>
                        <a:rPr lang="en-US" sz="2800" b="1" i="1" dirty="0"/>
                        <a:t>What?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1.</a:t>
                      </a:r>
                      <a:r>
                        <a:rPr lang="en-US" sz="2400" b="0" dirty="0"/>
                        <a:t> Preamble</a:t>
                      </a:r>
                    </a:p>
                    <a:p>
                      <a:pPr algn="ctr"/>
                      <a:r>
                        <a:rPr lang="en-US" sz="2400" b="1" dirty="0"/>
                        <a:t>2.</a:t>
                      </a:r>
                      <a:r>
                        <a:rPr lang="en-US" sz="2400" b="0" dirty="0"/>
                        <a:t> Background</a:t>
                      </a:r>
                    </a:p>
                    <a:p>
                      <a:pPr algn="ctr"/>
                      <a:r>
                        <a:rPr lang="en-US" sz="2400" b="1" dirty="0"/>
                        <a:t>3.</a:t>
                      </a:r>
                      <a:r>
                        <a:rPr lang="en-US" sz="2400" b="0" dirty="0"/>
                        <a:t> Problem Statement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6557808"/>
                  </a:ext>
                </a:extLst>
              </a:tr>
              <a:tr h="1164389">
                <a:tc>
                  <a:txBody>
                    <a:bodyPr/>
                    <a:lstStyle/>
                    <a:p>
                      <a:pPr algn="ctr"/>
                      <a:r>
                        <a:rPr lang="en-US" sz="2800" b="1" i="1" dirty="0"/>
                        <a:t>Why?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4.</a:t>
                      </a:r>
                      <a:r>
                        <a:rPr lang="en-US" sz="2400" b="0" dirty="0"/>
                        <a:t> Related Works</a:t>
                      </a:r>
                    </a:p>
                    <a:p>
                      <a:pPr algn="ctr"/>
                      <a:r>
                        <a:rPr lang="en-US" sz="2400" b="1" dirty="0"/>
                        <a:t>5.</a:t>
                      </a:r>
                      <a:r>
                        <a:rPr lang="en-US" sz="2400" b="0" dirty="0"/>
                        <a:t> 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0115868"/>
                  </a:ext>
                </a:extLst>
              </a:tr>
              <a:tr h="1164389">
                <a:tc>
                  <a:txBody>
                    <a:bodyPr/>
                    <a:lstStyle/>
                    <a:p>
                      <a:pPr algn="ctr"/>
                      <a:r>
                        <a:rPr lang="en-US" sz="2800" b="1" i="1" dirty="0"/>
                        <a:t>How?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/>
                        <a:t>6.</a:t>
                      </a:r>
                      <a:r>
                        <a:rPr lang="en-US" sz="2400" b="0" dirty="0"/>
                        <a:t> Research Contribution</a:t>
                      </a:r>
                    </a:p>
                    <a:p>
                      <a:pPr algn="ctr"/>
                      <a:r>
                        <a:rPr lang="en-US" sz="2400" b="1" dirty="0"/>
                        <a:t>7.</a:t>
                      </a:r>
                      <a:r>
                        <a:rPr lang="en-US" sz="2400" b="0" dirty="0"/>
                        <a:t> Methods, Dataset, Evaluation</a:t>
                      </a:r>
                    </a:p>
                    <a:p>
                      <a:pPr algn="ctr"/>
                      <a:r>
                        <a:rPr lang="en-US" sz="2400" b="1" dirty="0"/>
                        <a:t>8.</a:t>
                      </a:r>
                      <a:r>
                        <a:rPr lang="en-US" sz="2400" b="0" dirty="0"/>
                        <a:t> Timeline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597558"/>
                  </a:ext>
                </a:extLst>
              </a:tr>
              <a:tr h="815072">
                <a:tc>
                  <a:txBody>
                    <a:bodyPr/>
                    <a:lstStyle/>
                    <a:p>
                      <a:pPr algn="ctr"/>
                      <a:r>
                        <a:rPr lang="en-US" sz="2800" b="1" i="1" dirty="0"/>
                        <a:t>Conclusion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9.</a:t>
                      </a:r>
                      <a:r>
                        <a:rPr lang="en-US" sz="2400" b="0" dirty="0"/>
                        <a:t> Limitations</a:t>
                      </a:r>
                    </a:p>
                    <a:p>
                      <a:pPr algn="ctr"/>
                      <a:r>
                        <a:rPr lang="en-US" sz="2400" b="1" dirty="0"/>
                        <a:t>10.</a:t>
                      </a:r>
                      <a:r>
                        <a:rPr lang="en-US" sz="2400" b="0" dirty="0"/>
                        <a:t> Summery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9173626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D16EA-AC3F-5FE5-C0A6-85FAB868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99CD-4F5E-A9C0-EEA7-0CB9C2D40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D2FA323-1A4C-E995-B044-B78CF4EA8F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952426"/>
              </p:ext>
            </p:extLst>
          </p:nvPr>
        </p:nvGraphicFramePr>
        <p:xfrm>
          <a:off x="838200" y="1825625"/>
          <a:ext cx="10515600" cy="437315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995554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94935294"/>
                    </a:ext>
                  </a:extLst>
                </a:gridCol>
              </a:tblGrid>
              <a:tr h="4373156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Multi-Agent Reinforcement Learning (MARL)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It takes a village to raise a child</a:t>
                      </a:r>
                      <a:endParaRPr kumimoji="0" lang="en-US" sz="26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</a:endParaRP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Adaptive Intelligence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You sycophant!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Multi-Agent Architecture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Down with the hierarchy!</a:t>
                      </a:r>
                      <a:endParaRPr kumimoji="0" 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Reward Engineering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Beyond the binary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Appraisal Theory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Emotions are not random qualia[</a:t>
                      </a:r>
                      <a:r>
                        <a:rPr kumimoji="0" lang="en-US" sz="2200" b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1]</a:t>
                      </a: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 – Scherer’s Component Process Model (CPM)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6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(Model-Agnostic) Meta-Learning (MAML)</a:t>
                      </a:r>
                    </a:p>
                    <a:p>
                      <a:pPr marL="685800" marR="0" lvl="1" indent="-22860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2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Learn to learn to learn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07049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3F9335-477A-BB12-1201-036144D84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98781"/>
            <a:ext cx="8610600" cy="659219"/>
          </a:xfrm>
        </p:spPr>
        <p:txBody>
          <a:bodyPr/>
          <a:lstStyle/>
          <a:p>
            <a:pPr algn="just"/>
            <a:r>
              <a:rPr lang="en-US" dirty="0">
                <a:solidFill>
                  <a:prstClr val="black"/>
                </a:solidFill>
              </a:rPr>
              <a:t>[1] Scherer KR. Emotions are emergent processes: they require a dynamic computational architecture. </a:t>
            </a:r>
            <a:r>
              <a:rPr lang="en-US" dirty="0" err="1">
                <a:solidFill>
                  <a:prstClr val="black"/>
                </a:solidFill>
              </a:rPr>
              <a:t>Philos</a:t>
            </a:r>
            <a:r>
              <a:rPr lang="en-US" dirty="0">
                <a:solidFill>
                  <a:prstClr val="black"/>
                </a:solidFill>
              </a:rPr>
              <a:t> Trans R Soc Lond B Biol Sci. 2009;364(1535):3459-3474. doi:10.1098/rstb.2009.0141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79C1B7-5000-EB5A-16C2-83D469E5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77EE426-F43E-C6D4-A08C-BE9AE0F3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60"/>
            <a:ext cx="11355091" cy="1299733"/>
          </a:xfrm>
        </p:spPr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Preamble</a:t>
            </a:r>
          </a:p>
        </p:txBody>
      </p:sp>
    </p:spTree>
    <p:extLst>
      <p:ext uri="{BB962C8B-B14F-4D97-AF65-F5344CB8AC3E}">
        <p14:creationId xmlns:p14="http://schemas.microsoft.com/office/powerpoint/2010/main" val="2578177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77933-CD04-F4C4-ED04-EC0A1CF25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8C32D6-860F-2A37-BF3E-76947EAA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BC44628-B722-A7CE-D66D-9D331988A3EB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Background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BFD9012-8D79-E6B3-F515-EC84D38348AB}"/>
              </a:ext>
            </a:extLst>
          </p:cNvPr>
          <p:cNvSpPr txBox="1">
            <a:spLocks/>
          </p:cNvSpPr>
          <p:nvPr/>
        </p:nvSpPr>
        <p:spPr>
          <a:xfrm>
            <a:off x="0" y="6198781"/>
            <a:ext cx="8610600" cy="65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prstClr val="black"/>
                </a:solidFill>
              </a:rPr>
              <a:t>2. The internet, The Web</a:t>
            </a:r>
          </a:p>
          <a:p>
            <a:pPr algn="just"/>
            <a:r>
              <a:rPr lang="en-US" dirty="0">
                <a:solidFill>
                  <a:prstClr val="black"/>
                </a:solidFill>
              </a:rPr>
              <a:t>3. The Chinese, for some reason</a:t>
            </a:r>
            <a:endParaRPr lang="en-US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4085E03-1BCF-B5D9-7620-121D736F72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0264225"/>
              </p:ext>
            </p:extLst>
          </p:nvPr>
        </p:nvGraphicFramePr>
        <p:xfrm>
          <a:off x="516835" y="1107005"/>
          <a:ext cx="4980924" cy="4643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9BA2B3B-C2A3-7F72-B4A3-A382E9AACE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9208150"/>
              </p:ext>
            </p:extLst>
          </p:nvPr>
        </p:nvGraphicFramePr>
        <p:xfrm>
          <a:off x="6298944" y="1276466"/>
          <a:ext cx="5093160" cy="4305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7F3CB47-D73B-A45C-2EAA-D49619D21B98}"/>
              </a:ext>
            </a:extLst>
          </p:cNvPr>
          <p:cNvSpPr txBox="1"/>
          <p:nvPr/>
        </p:nvSpPr>
        <p:spPr>
          <a:xfrm>
            <a:off x="1283568" y="5520823"/>
            <a:ext cx="344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ChatGPT et al.</a:t>
            </a:r>
            <a:r>
              <a:rPr lang="en-US" b="1" baseline="30000" dirty="0"/>
              <a:t>[2]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704568-9CC3-E199-71E1-4EE652C2371A}"/>
              </a:ext>
            </a:extLst>
          </p:cNvPr>
          <p:cNvSpPr txBox="1"/>
          <p:nvPr/>
        </p:nvSpPr>
        <p:spPr>
          <a:xfrm>
            <a:off x="7121795" y="5520823"/>
            <a:ext cx="3447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DeepSeek et al.</a:t>
            </a:r>
            <a:r>
              <a:rPr lang="en-US" b="1" baseline="30000" dirty="0"/>
              <a:t>[3]</a:t>
            </a:r>
          </a:p>
        </p:txBody>
      </p:sp>
    </p:spTree>
    <p:extLst>
      <p:ext uri="{BB962C8B-B14F-4D97-AF65-F5344CB8AC3E}">
        <p14:creationId xmlns:p14="http://schemas.microsoft.com/office/powerpoint/2010/main" val="1959863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1E74D-52C9-1FB4-783F-9402291D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A3234E-87E8-A56A-BF66-7E77A1E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3F1BB0A-5B97-B303-1328-E7727C3B0D88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Problem Statement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80ED6616-B58E-BC85-9870-AD58BC3820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7372690"/>
              </p:ext>
            </p:extLst>
          </p:nvPr>
        </p:nvGraphicFramePr>
        <p:xfrm>
          <a:off x="2420730" y="1408261"/>
          <a:ext cx="7350539" cy="483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5544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BD863-0263-E26E-A00C-5D8FDB0E2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71372-8D76-B766-0B8C-AC45B4492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4BD915E-DBB6-9E8E-FEA7-EE7DC5888F6E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Related Work #1: </a:t>
            </a:r>
            <a:r>
              <a:rPr lang="en-US" dirty="0" err="1">
                <a:latin typeface="Calibri"/>
                <a:ea typeface="Calibri"/>
                <a:cs typeface="Calibri"/>
              </a:rPr>
              <a:t>MetaGPT</a:t>
            </a:r>
            <a:r>
              <a:rPr lang="en-US" baseline="30000" dirty="0">
                <a:latin typeface="Calibri"/>
                <a:ea typeface="Calibri"/>
                <a:cs typeface="Calibri"/>
              </a:rPr>
              <a:t>[4]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59385C-3B03-579A-F006-7475472B2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907" y="1475272"/>
            <a:ext cx="7990765" cy="4464682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3103CBB8-8632-FCBC-F39A-FCBE1EFDC3D8}"/>
              </a:ext>
            </a:extLst>
          </p:cNvPr>
          <p:cNvSpPr txBox="1">
            <a:spLocks/>
          </p:cNvSpPr>
          <p:nvPr/>
        </p:nvSpPr>
        <p:spPr>
          <a:xfrm>
            <a:off x="0" y="6198781"/>
            <a:ext cx="8610600" cy="65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prstClr val="black"/>
                </a:solidFill>
              </a:rPr>
              <a:t>[4] Hong, </a:t>
            </a:r>
            <a:r>
              <a:rPr lang="en-US" dirty="0" err="1">
                <a:solidFill>
                  <a:prstClr val="black"/>
                </a:solidFill>
              </a:rPr>
              <a:t>Sirui</a:t>
            </a:r>
            <a:r>
              <a:rPr lang="en-US" dirty="0">
                <a:solidFill>
                  <a:prstClr val="black"/>
                </a:solidFill>
              </a:rPr>
              <a:t>, et al. "</a:t>
            </a:r>
            <a:r>
              <a:rPr lang="en-US" dirty="0" err="1">
                <a:solidFill>
                  <a:prstClr val="black"/>
                </a:solidFill>
              </a:rPr>
              <a:t>MetaGPT</a:t>
            </a:r>
            <a:r>
              <a:rPr lang="en-US" dirty="0">
                <a:solidFill>
                  <a:prstClr val="black"/>
                </a:solidFill>
              </a:rPr>
              <a:t>: Meta programming for a multi-agent collaborative framework." The twelfth international conference on learning representations. 2023.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4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2F494-D7A9-1AFB-08B3-8DADEA58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08D16-381D-4DAA-C10E-245875CD6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2FBF2A4-5D60-6A29-9BCA-97974889DD99}"/>
              </a:ext>
            </a:extLst>
          </p:cNvPr>
          <p:cNvSpPr txBox="1">
            <a:spLocks/>
          </p:cNvSpPr>
          <p:nvPr/>
        </p:nvSpPr>
        <p:spPr>
          <a:xfrm>
            <a:off x="0" y="6198781"/>
            <a:ext cx="8610600" cy="65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prstClr val="black"/>
                </a:solidFill>
              </a:rPr>
              <a:t>[5] Guo, Daya, et al. "Deepseek-r1: Incentivizing reasoning capability in </a:t>
            </a:r>
            <a:r>
              <a:rPr lang="en-US" dirty="0" err="1">
                <a:solidFill>
                  <a:prstClr val="black"/>
                </a:solidFill>
              </a:rPr>
              <a:t>llms</a:t>
            </a:r>
            <a:r>
              <a:rPr lang="en-US" dirty="0">
                <a:solidFill>
                  <a:prstClr val="black"/>
                </a:solidFill>
              </a:rPr>
              <a:t> via reinforcement learning." </a:t>
            </a:r>
            <a:r>
              <a:rPr lang="en-US" dirty="0" err="1">
                <a:solidFill>
                  <a:prstClr val="black"/>
                </a:solidFill>
              </a:rPr>
              <a:t>arXiv</a:t>
            </a:r>
            <a:r>
              <a:rPr lang="en-US" dirty="0">
                <a:solidFill>
                  <a:prstClr val="black"/>
                </a:solidFill>
              </a:rPr>
              <a:t> preprint arXiv:2501.12948 (2025).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4889C0-B304-F2E2-EEEB-8844E08E97A8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Related Work #2: </a:t>
            </a:r>
            <a:r>
              <a:rPr lang="en-US" dirty="0">
                <a:latin typeface="Calibri"/>
                <a:ea typeface="Calibri"/>
                <a:cs typeface="Calibri"/>
              </a:rPr>
              <a:t>DeepSeek-R1</a:t>
            </a:r>
            <a:r>
              <a:rPr lang="en-US" baseline="30000" dirty="0">
                <a:latin typeface="Calibri"/>
                <a:ea typeface="Calibri"/>
                <a:cs typeface="Calibri"/>
              </a:rPr>
              <a:t>[5]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BD2961-CE6B-FCF6-F967-E369EDC103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7" t="3216"/>
          <a:stretch>
            <a:fillRect/>
          </a:stretch>
        </p:blipFill>
        <p:spPr>
          <a:xfrm>
            <a:off x="1084971" y="1338904"/>
            <a:ext cx="10022058" cy="481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90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2A0D2-D712-6700-0A93-D25CD18D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A40FC-258B-54BB-44B3-9E7C8FE44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463535B6-A9AA-95AA-077C-9EA9C56B47A6}"/>
              </a:ext>
            </a:extLst>
          </p:cNvPr>
          <p:cNvSpPr txBox="1">
            <a:spLocks/>
          </p:cNvSpPr>
          <p:nvPr/>
        </p:nvSpPr>
        <p:spPr>
          <a:xfrm>
            <a:off x="0" y="6198781"/>
            <a:ext cx="8610600" cy="65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prstClr val="black"/>
                </a:solidFill>
              </a:rPr>
              <a:t>[6] J. Chen, Y. Wang, Y. Zhang, Y. Lu, Q. Shu and Y. Hu, "Extrinsic-and-Intrinsic Reward-Based Multi-Agent Reinforcement Learning for Multi-UAV Cooperative Target Encirclement," in IEEE Transactions on Intelligent Transportation Systems, vol. 26, no. 10, pp. 17653-17665, Oct. 2025, </a:t>
            </a:r>
            <a:r>
              <a:rPr lang="en-US" dirty="0" err="1">
                <a:solidFill>
                  <a:prstClr val="black"/>
                </a:solidFill>
              </a:rPr>
              <a:t>doi</a:t>
            </a:r>
            <a:r>
              <a:rPr lang="en-US" dirty="0">
                <a:solidFill>
                  <a:prstClr val="black"/>
                </a:solidFill>
              </a:rPr>
              <a:t>: 10.1109/TITS.2024.3524562.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8C1BF3A-BD8C-8F11-61B9-AB18A517B18B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Related Work #3: </a:t>
            </a:r>
            <a:r>
              <a:rPr lang="en-US" dirty="0">
                <a:latin typeface="Calibri"/>
                <a:ea typeface="Calibri"/>
                <a:cs typeface="Calibri"/>
              </a:rPr>
              <a:t>Extrinsic-and-Intrinsic Reward</a:t>
            </a:r>
            <a:r>
              <a:rPr lang="en-US" baseline="30000" dirty="0">
                <a:latin typeface="Calibri"/>
                <a:ea typeface="Calibri"/>
                <a:cs typeface="Calibri"/>
              </a:rPr>
              <a:t>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DD0CE9-21C6-C326-A155-24FC72B7B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78" t="1255" r="2241"/>
          <a:stretch>
            <a:fillRect/>
          </a:stretch>
        </p:blipFill>
        <p:spPr>
          <a:xfrm>
            <a:off x="2565376" y="1296773"/>
            <a:ext cx="7061248" cy="488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97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ABFB6-C8B7-9909-1139-F12B709D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F292D7-1D7F-A643-8BB6-88327AA0F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82CF897-4546-496F-0BB9-DC517DCA4994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Research Gap</a:t>
            </a:r>
            <a:endParaRPr lang="en-US" baseline="3000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71C98FE-C4F3-A40C-2379-AE6DB6A6CB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8291768"/>
              </p:ext>
            </p:extLst>
          </p:nvPr>
        </p:nvGraphicFramePr>
        <p:xfrm>
          <a:off x="2032000" y="1296773"/>
          <a:ext cx="8128000" cy="4680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1672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BAE47-B01B-C017-D2C4-D53519CBE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17D47A-9557-52A5-F367-A871AE1998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73832"/>
                <a:ext cx="10515600" cy="470545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Appraisal-Reward Loop</a:t>
                </a:r>
              </a:p>
              <a:p>
                <a:pPr marL="457200" lvl="1" indent="0">
                  <a:buNone/>
                </a:pPr>
                <a:r>
                  <a:rPr lang="en-US" dirty="0"/>
                  <a:t>Sparse Environmental Reward,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Dense Intrinsic Reward,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derived from agent appraisal of the state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Satisfaction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γV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Frustration,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|{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}| 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Shame,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𝑁𝑜𝑟𝑚𝑉𝑖𝑜𝑙𝑎𝑡𝑖𝑜𝑛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𝑠h𝑎𝑚𝑒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17D47A-9557-52A5-F367-A871AE1998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73832"/>
                <a:ext cx="10515600" cy="4705458"/>
              </a:xfrm>
              <a:blipFill>
                <a:blip r:embed="rId2"/>
                <a:stretch>
                  <a:fillRect l="-986" t="-25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72464-5973-DB27-E6D5-8DB86937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06E1C4D9-2BF7-2169-938E-F638F551B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762" y="1871269"/>
            <a:ext cx="308112" cy="308112"/>
          </a:xfrm>
          <a:prstGeom prst="rect">
            <a:avLst/>
          </a:prstGeom>
        </p:spPr>
      </p:pic>
      <p:pic>
        <p:nvPicPr>
          <p:cNvPr id="14" name="Graphic 13" descr="Checkmark with solid fill">
            <a:extLst>
              <a:ext uri="{FF2B5EF4-FFF2-40B4-BE49-F238E27FC236}">
                <a16:creationId xmlns:a16="http://schemas.microsoft.com/office/drawing/2014/main" id="{2D15757B-DD38-4069-03FE-0BC06DD80C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761" y="2210979"/>
            <a:ext cx="308113" cy="30811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B38997F-006A-CA0A-E1B7-EF56E1E4C7F1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Research Contribution</a:t>
            </a:r>
            <a:endParaRPr lang="en-US" baseline="30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9308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8D26F-F5C2-DE64-B36B-A5BB653C6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F45314-33D1-46F4-A110-DD0DF3CABD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1" indent="0">
                  <a:buNone/>
                </a:pPr>
                <a:r>
                  <a:rPr lang="en-US" dirty="0"/>
                  <a:t>Agent Architecture:</a:t>
                </a:r>
              </a:p>
              <a:p>
                <a:pPr lvl="2"/>
                <a:r>
                  <a:rPr lang="en-US" dirty="0"/>
                  <a:t>Non-hierarchical (dynamic?)</a:t>
                </a:r>
              </a:p>
              <a:p>
                <a:pPr lvl="2"/>
                <a:r>
                  <a:rPr lang="en-US" dirty="0"/>
                  <a:t>Proximal Policy Optimization (PPO)</a:t>
                </a:r>
              </a:p>
              <a:p>
                <a:pPr lvl="2"/>
                <a:r>
                  <a:rPr lang="en-US" dirty="0"/>
                  <a:t>OpenAI Gym</a:t>
                </a:r>
              </a:p>
              <a:p>
                <a:pPr lvl="2"/>
                <a:r>
                  <a:rPr lang="en-US" dirty="0" err="1"/>
                  <a:t>HumanEval</a:t>
                </a:r>
                <a:endParaRPr lang="en-US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n-US" sz="4000" b="0" i="1" baseline="-2500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r>
                        <a:rPr lang="en-US" sz="4000" b="0" i="1" baseline="-2500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sSub>
                        <m:sSubPr>
                          <m:ctrlP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000" b="0" i="1" baseline="-2500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b>
                        <m:sSubPr>
                          <m:ctrlP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4000" b="0" i="1" baseline="-2500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4000" b="0" i="1" baseline="-2500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4000" baseline="-25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F45314-33D1-46F4-A110-DD0DF3CABD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24F4F-D875-E714-5EC7-F2570644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8C758A-C5F2-82FE-366B-55FDD9BBFC97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Method, Dataset, Evaluation</a:t>
            </a:r>
            <a:endParaRPr lang="en-US" baseline="3000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1F9D410-4403-2C82-9874-A9285DD32A19}"/>
              </a:ext>
            </a:extLst>
          </p:cNvPr>
          <p:cNvSpPr txBox="1">
            <a:spLocks/>
          </p:cNvSpPr>
          <p:nvPr/>
        </p:nvSpPr>
        <p:spPr>
          <a:xfrm>
            <a:off x="0" y="6198781"/>
            <a:ext cx="8610600" cy="6592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solidFill>
                  <a:prstClr val="black"/>
                </a:solidFill>
              </a:rPr>
              <a:t>[7] Schulman, John, et al. "Proximal policy optimization algorithms." </a:t>
            </a:r>
            <a:r>
              <a:rPr lang="en-US" dirty="0" err="1">
                <a:solidFill>
                  <a:prstClr val="black"/>
                </a:solidFill>
              </a:rPr>
              <a:t>arXiv</a:t>
            </a:r>
            <a:r>
              <a:rPr lang="en-US" dirty="0">
                <a:solidFill>
                  <a:prstClr val="black"/>
                </a:solidFill>
              </a:rPr>
              <a:t> preprint arXiv:1707.06347 (2017).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37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E3C85-2E50-ADDD-B429-61E2F3B7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0DDD7AD-D8BA-47AB-F3C5-ADF464CF1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3410148"/>
              </p:ext>
            </p:extLst>
          </p:nvPr>
        </p:nvGraphicFramePr>
        <p:xfrm>
          <a:off x="843880" y="1825624"/>
          <a:ext cx="10515600" cy="4004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3839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75578135"/>
                    </a:ext>
                  </a:extLst>
                </a:gridCol>
              </a:tblGrid>
              <a:tr h="525690">
                <a:tc>
                  <a:txBody>
                    <a:bodyPr/>
                    <a:lstStyle/>
                    <a:p>
                      <a:r>
                        <a:rPr lang="en-US" dirty="0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575045"/>
                  </a:ext>
                </a:extLst>
              </a:tr>
              <a:tr h="8695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 Formulation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926415"/>
                  </a:ext>
                </a:extLst>
              </a:tr>
              <a:tr h="8695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Finalize Methodology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8225703"/>
                  </a:ext>
                </a:extLst>
              </a:tr>
              <a:tr h="8695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 Multi-Agent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6772026"/>
                  </a:ext>
                </a:extLst>
              </a:tr>
              <a:tr h="86959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 and Evaluate Reward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515137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19ACA-E33C-EC40-779A-31D713D3D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C140B7-0606-CAED-090B-27D0E4913F11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>
                <a:latin typeface="Calibri"/>
                <a:ea typeface="Calibri"/>
                <a:cs typeface="Calibri"/>
              </a:rPr>
              <a:t>Timeline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75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11C6-4079-3617-F447-D1703D9EB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73955-9AFC-A350-65D0-AEF877B0B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LLMs are computationally (local models) and monetarily(API) expensive</a:t>
            </a:r>
          </a:p>
          <a:p>
            <a:pPr>
              <a:lnSpc>
                <a:spcPct val="150000"/>
              </a:lnSpc>
            </a:pPr>
            <a:r>
              <a:rPr lang="en-US" dirty="0"/>
              <a:t>Reinforcement Learning is hard</a:t>
            </a:r>
          </a:p>
          <a:p>
            <a:pPr>
              <a:lnSpc>
                <a:spcPct val="150000"/>
              </a:lnSpc>
            </a:pPr>
            <a:r>
              <a:rPr lang="en-US" dirty="0"/>
              <a:t>Reward functions might be unstable</a:t>
            </a:r>
          </a:p>
          <a:p>
            <a:pPr>
              <a:lnSpc>
                <a:spcPct val="150000"/>
              </a:lnSpc>
            </a:pPr>
            <a:r>
              <a:rPr lang="en-US" dirty="0"/>
              <a:t>AI is moving too fast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25976-93D8-5290-A4B1-2EF0A8B7A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8E70BC8-4161-C468-F05E-3DE936E842B9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Limitations</a:t>
            </a:r>
            <a:endParaRPr lang="en-US" baseline="30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5214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29A29-C30A-3C11-DEED-384D6DF0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84980-6B1B-B976-25DD-BF98AB1674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LLM Agents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dirty="0"/>
                  <a:t> Intelligent Agents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AI should have more dimensions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Pre-training is not the answer, but </a:t>
                </a:r>
                <a:r>
                  <a:rPr lang="en-US" i="1" dirty="0"/>
                  <a:t>RL could be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Model evolution from Neural Networks should have </a:t>
                </a:r>
                <a:r>
                  <a:rPr lang="en-US" u="sng" dirty="0"/>
                  <a:t>neural complexity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84980-6B1B-B976-25DD-BF98AB1674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DC346-A419-1C2F-79DA-42C35C00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5B01C4-E3AE-BE14-9E6C-0A0DD4753F14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Summery</a:t>
            </a:r>
            <a:endParaRPr lang="en-US" baseline="30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9271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12156-12F0-4BD2-D35D-EEEDF658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6D382-E63F-8072-3870-82AA42427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Questions?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95CBB-F04F-4CC7-8926-3050DC67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12D626-F40B-8ED1-5C3B-BCB5FD464943}"/>
              </a:ext>
            </a:extLst>
          </p:cNvPr>
          <p:cNvSpPr txBox="1">
            <a:spLocks/>
          </p:cNvSpPr>
          <p:nvPr/>
        </p:nvSpPr>
        <p:spPr>
          <a:xfrm>
            <a:off x="838199" y="-2960"/>
            <a:ext cx="11355091" cy="12997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libri"/>
                <a:ea typeface="Calibri"/>
                <a:cs typeface="Calibri"/>
              </a:rPr>
              <a:t>Fin.</a:t>
            </a:r>
            <a:endParaRPr lang="en-US" baseline="300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691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</TotalTime>
  <Words>674</Words>
  <Application>Microsoft Office PowerPoint</Application>
  <PresentationFormat>Widescreen</PresentationFormat>
  <Paragraphs>132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Cambria Math</vt:lpstr>
      <vt:lpstr>office theme</vt:lpstr>
      <vt:lpstr>Appraisal-Based Intrinsic Reward Functions for Multi-Agent Reinforcement Learning (MARL)</vt:lpstr>
      <vt:lpstr>Agenda</vt:lpstr>
      <vt:lpstr>Preamble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Himon Thakur</dc:creator>
  <cp:lastModifiedBy>Himon Thakur</cp:lastModifiedBy>
  <cp:revision>113</cp:revision>
  <dcterms:created xsi:type="dcterms:W3CDTF">2026-02-17T00:04:35Z</dcterms:created>
  <dcterms:modified xsi:type="dcterms:W3CDTF">2026-02-20T00:11:00Z</dcterms:modified>
</cp:coreProperties>
</file>